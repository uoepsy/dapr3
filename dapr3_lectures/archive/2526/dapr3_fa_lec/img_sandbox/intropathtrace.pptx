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-66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F93D-5AAD-4D6C-84FE-A68542924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224BA-CB0A-4B61-8BB1-D25FCF84E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D7AC-81AA-40B5-8E73-D7D60482A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FFB01-A29B-4B45-8C1F-40354A8E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A1329-9C73-49CC-A4F1-2A8CAE6E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37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B7AA-77EE-48AF-A09C-AEEA99F6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18CD-BAA2-471D-9581-73B3885B9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D012C-6213-4C25-99EE-8BD2C59A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FDF8-5F47-444C-9F06-F3E221F3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6AF7-A2E7-45CF-ACD3-AB81C645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29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B956-AE0E-4FD8-A218-7DD6D700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D089-9E5A-4150-A1C1-391AFFF18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5D0E0-AEE2-4275-AB89-394BDA8D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1A3D-9C83-4D87-9007-7001C172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C375-BD15-482C-9114-6869B203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98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E6C6-9565-4771-9F7F-F63E01B9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74C5-2CFE-4972-A9B4-4B5AEEAC5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7666E-9F8A-4046-805D-3579BC9D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86132-DF8D-4D73-BE90-AE4329BF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3AE9E-9B8D-45CD-86EC-0DAA4C89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719C2-5DD4-44DF-B2C3-24317CE8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01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9D9E-3A55-4407-8515-9DEE676D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EDA1C-D820-43CC-B67F-B73FDD14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0B274-DC96-41FA-AAB9-5BBBC47C8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4DA5D-92E1-4D38-B740-AF5425B89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0D6F8-3979-4DEB-9548-6EBC06A8E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8F5044-D4F5-4EE6-BDFE-7DEE3507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676F3-4763-4777-9300-2AEC4117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D7CB6-79F1-4A90-9284-26314529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3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F5DB-D72D-47E5-B1BE-E4813673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74373-4574-4EE4-BBFA-1666F346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8B3C9-08F8-4B17-9083-83E7B4BC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C845F-3337-44A5-97C8-B364E76A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3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8A092-FBE6-412B-91EB-AEB3E9FF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1A3938-5A2B-4F68-AA06-01C29D19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9D3CF-E446-45B3-9CE1-DD5E57CC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47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3AEE-B31D-4041-A6BF-A859044D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F12C-79A7-453B-8E8E-396F39DA4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3F9C5-353E-48DE-84CD-1E55310A4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E0ECD-47A4-496C-8380-303747DF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762F3-7F9F-4373-83FF-2E0FDEAD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27511-D0AB-468E-BCC5-9FB9296E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251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C6C9-9564-407E-AD3E-78768560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34A02-456F-4068-9E07-8B18BBF1F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1C06-6CD1-4AF6-AFC8-8433A10F2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16FF6-9CE0-4093-B50D-E65172A2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C15F0-932E-4497-ABCE-DED031F2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0FD7B-7BBD-45C6-B2AC-9A01F754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46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3055-EDE8-4747-86A4-A9979D36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D1C4B-6CC6-4F5B-9775-8BC2AC16C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0D1E-36E9-43AE-B217-76B870ED6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6D54-0AEC-448B-9EAB-A544395A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7BE1E-99E4-441C-B496-539E6EE8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42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3A7F7-EFC6-4337-A7A9-5AA1E6E3A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F30A-F4D0-4C5C-8190-2DC7AB8F6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86538-1BDC-45D1-8A96-7389358A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8F00-6735-4CDB-8A00-7D04AF9E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5FE1-C994-4191-BF46-7D850FB5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98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27551-AC58-4D75-B63B-87B29744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FDB37-FA63-4F8F-AE6B-6D1141DFA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EB9C-7673-4230-8461-3A0E409EC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7BBF2-5813-4A92-ADF4-45C081C37504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0697-B7F2-46A1-BD85-24D1C8DEE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A35-9F42-45D8-85CC-53313D537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6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0A2FE2F-57CD-411E-97CA-0DD3A9823A6E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9D28BC6-3B18-4866-83B8-E82E0DA4375B}"/>
              </a:ext>
            </a:extLst>
          </p:cNvPr>
          <p:cNvSpPr txBox="1"/>
          <p:nvPr/>
        </p:nvSpPr>
        <p:spPr>
          <a:xfrm>
            <a:off x="1150153" y="381946"/>
            <a:ext cx="2844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Theoretical Model</a:t>
            </a:r>
          </a:p>
        </p:txBody>
      </p:sp>
      <p:graphicFrame>
        <p:nvGraphicFramePr>
          <p:cNvPr id="17" name="Table 106">
            <a:extLst>
              <a:ext uri="{FF2B5EF4-FFF2-40B4-BE49-F238E27FC236}">
                <a16:creationId xmlns:a16="http://schemas.microsoft.com/office/drawing/2014/main" id="{21068BBA-FA55-4FF4-9122-CF1CD9364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388111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83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2844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Theoretical Model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E7973318-829A-4E04-9456-F7788A22AC5B}"/>
              </a:ext>
            </a:extLst>
          </p:cNvPr>
          <p:cNvCxnSpPr>
            <a:cxnSpLocks/>
            <a:stCxn id="65" idx="0"/>
            <a:endCxn id="66" idx="0"/>
          </p:cNvCxnSpPr>
          <p:nvPr/>
        </p:nvCxnSpPr>
        <p:spPr>
          <a:xfrm rot="5400000" flipH="1" flipV="1">
            <a:off x="1906771" y="2314413"/>
            <a:ext cx="12700" cy="1523322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0F8DF127-6FCA-403C-B820-3BF50B3F0154}"/>
              </a:ext>
            </a:extLst>
          </p:cNvPr>
          <p:cNvCxnSpPr>
            <a:stCxn id="65" idx="0"/>
            <a:endCxn id="85" idx="0"/>
          </p:cNvCxnSpPr>
          <p:nvPr/>
        </p:nvCxnSpPr>
        <p:spPr>
          <a:xfrm rot="5400000" flipH="1" flipV="1">
            <a:off x="2679374" y="1541810"/>
            <a:ext cx="12700" cy="3068528"/>
          </a:xfrm>
          <a:prstGeom prst="curvedConnector3">
            <a:avLst>
              <a:gd name="adj1" fmla="val 5210528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02B57284-F137-4E7C-A245-8DD58F37957B}"/>
              </a:ext>
            </a:extLst>
          </p:cNvPr>
          <p:cNvCxnSpPr>
            <a:stCxn id="65" idx="0"/>
            <a:endCxn id="103" idx="0"/>
          </p:cNvCxnSpPr>
          <p:nvPr/>
        </p:nvCxnSpPr>
        <p:spPr>
          <a:xfrm rot="5400000" flipH="1" flipV="1">
            <a:off x="3419687" y="801497"/>
            <a:ext cx="12700" cy="4549154"/>
          </a:xfrm>
          <a:prstGeom prst="curvedConnector3">
            <a:avLst>
              <a:gd name="adj1" fmla="val 10642102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AEB32857-7F9A-4BAB-9D36-0F6D4FCE2057}"/>
              </a:ext>
            </a:extLst>
          </p:cNvPr>
          <p:cNvCxnSpPr>
            <a:stCxn id="66" idx="0"/>
            <a:endCxn id="85" idx="0"/>
          </p:cNvCxnSpPr>
          <p:nvPr/>
        </p:nvCxnSpPr>
        <p:spPr>
          <a:xfrm rot="5400000" flipH="1" flipV="1">
            <a:off x="3441035" y="2303471"/>
            <a:ext cx="12700" cy="1545206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2ECA28C-C73A-4265-B51C-A05A2D1D3952}"/>
              </a:ext>
            </a:extLst>
          </p:cNvPr>
          <p:cNvCxnSpPr>
            <a:stCxn id="85" idx="0"/>
            <a:endCxn id="103" idx="0"/>
          </p:cNvCxnSpPr>
          <p:nvPr/>
        </p:nvCxnSpPr>
        <p:spPr>
          <a:xfrm rot="5400000" flipH="1" flipV="1">
            <a:off x="4953951" y="2335761"/>
            <a:ext cx="12700" cy="1480626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E0294D74-C8CE-429B-A349-B4D5CBF4886A}"/>
              </a:ext>
            </a:extLst>
          </p:cNvPr>
          <p:cNvCxnSpPr>
            <a:stCxn id="66" idx="0"/>
            <a:endCxn id="103" idx="0"/>
          </p:cNvCxnSpPr>
          <p:nvPr/>
        </p:nvCxnSpPr>
        <p:spPr>
          <a:xfrm rot="5400000" flipH="1" flipV="1">
            <a:off x="4181348" y="1563158"/>
            <a:ext cx="12700" cy="3025832"/>
          </a:xfrm>
          <a:prstGeom prst="curvedConnector3">
            <a:avLst>
              <a:gd name="adj1" fmla="val 5210528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3880F75-8FE5-4272-B9C5-B43D4A5EB1FB}"/>
              </a:ext>
            </a:extLst>
          </p:cNvPr>
          <p:cNvSpPr txBox="1"/>
          <p:nvPr/>
        </p:nvSpPr>
        <p:spPr>
          <a:xfrm>
            <a:off x="913181" y="1319322"/>
            <a:ext cx="48901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	a	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b                      c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d                    e                    f</a:t>
            </a:r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4E30DD-7D86-400D-881A-B342079AB9F8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graphicFrame>
        <p:nvGraphicFramePr>
          <p:cNvPr id="25" name="Table 106">
            <a:extLst>
              <a:ext uri="{FF2B5EF4-FFF2-40B4-BE49-F238E27FC236}">
                <a16:creationId xmlns:a16="http://schemas.microsoft.com/office/drawing/2014/main" id="{4C9B351B-ACDB-4FD5-81DD-C8B574F5C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810622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11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2867162" y="1097672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1145110" y="1981470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 flipH="1">
            <a:off x="2668432" y="1981470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3453989" y="1981470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7CAB54-7EB6-4C8C-AA10-44DB33982B62}"/>
              </a:ext>
            </a:extLst>
          </p:cNvPr>
          <p:cNvCxnSpPr>
            <a:stCxn id="2" idx="4"/>
            <a:endCxn id="103" idx="0"/>
          </p:cNvCxnSpPr>
          <p:nvPr/>
        </p:nvCxnSpPr>
        <p:spPr>
          <a:xfrm>
            <a:off x="3453989" y="1981470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03D2DA-B497-463A-808C-3B6AFCC00018}"/>
              </a:ext>
            </a:extLst>
          </p:cNvPr>
          <p:cNvSpPr txBox="1"/>
          <p:nvPr/>
        </p:nvSpPr>
        <p:spPr>
          <a:xfrm>
            <a:off x="1506057" y="237288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a          b           c             d</a:t>
            </a:r>
          </a:p>
        </p:txBody>
      </p: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37258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 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 err="1">
                          <a:solidFill>
                            <a:schemeClr val="tx1"/>
                          </a:solidFill>
                        </a:rPr>
                        <a:t>bc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3855932" y="739563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9AD71-2C3F-4786-B224-CDDFDABE50DD}"/>
              </a:ext>
            </a:extLst>
          </p:cNvPr>
          <p:cNvSpPr txBox="1"/>
          <p:nvPr/>
        </p:nvSpPr>
        <p:spPr>
          <a:xfrm>
            <a:off x="3852690" y="56027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1</a:t>
            </a:r>
          </a:p>
        </p:txBody>
      </p:sp>
    </p:spTree>
    <p:extLst>
      <p:ext uri="{BB962C8B-B14F-4D97-AF65-F5344CB8AC3E}">
        <p14:creationId xmlns:p14="http://schemas.microsoft.com/office/powerpoint/2010/main" val="3885626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1637515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1605429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4673957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4673956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1734448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4784194" y="441633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2902870" y="11186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1966377" y="2002437"/>
            <a:ext cx="1523320" cy="107363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3489697" y="2002437"/>
            <a:ext cx="1545208" cy="107363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03D2DA-B497-463A-808C-3B6AFCC00018}"/>
              </a:ext>
            </a:extLst>
          </p:cNvPr>
          <p:cNvSpPr txBox="1"/>
          <p:nvPr/>
        </p:nvSpPr>
        <p:spPr>
          <a:xfrm>
            <a:off x="1630829" y="2251738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a                             b</a:t>
            </a:r>
          </a:p>
        </p:txBody>
      </p: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/>
        </p:nvGraphicFramePr>
        <p:xfrm>
          <a:off x="6948093" y="1465177"/>
          <a:ext cx="3085590" cy="168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 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3855932" y="739563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9AD71-2C3F-4786-B224-CDDFDABE50DD}"/>
              </a:ext>
            </a:extLst>
          </p:cNvPr>
          <p:cNvSpPr txBox="1"/>
          <p:nvPr/>
        </p:nvSpPr>
        <p:spPr>
          <a:xfrm>
            <a:off x="3852690" y="56027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1</a:t>
            </a:r>
          </a:p>
        </p:txBody>
      </p:sp>
      <p:graphicFrame>
        <p:nvGraphicFramePr>
          <p:cNvPr id="29" name="Table 106">
            <a:extLst>
              <a:ext uri="{FF2B5EF4-FFF2-40B4-BE49-F238E27FC236}">
                <a16:creationId xmlns:a16="http://schemas.microsoft.com/office/drawing/2014/main" id="{E7A09FD1-B236-4ACE-A8D9-CF5EF355FA27}"/>
              </a:ext>
            </a:extLst>
          </p:cNvPr>
          <p:cNvGraphicFramePr>
            <a:graphicFrameLocks noGrp="1"/>
          </p:cNvGraphicFramePr>
          <p:nvPr/>
        </p:nvGraphicFramePr>
        <p:xfrm>
          <a:off x="6948093" y="4365478"/>
          <a:ext cx="3085590" cy="168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9FFBC27-DA4F-42AB-B35B-E7A30755D614}"/>
              </a:ext>
            </a:extLst>
          </p:cNvPr>
          <p:cNvSpPr txBox="1"/>
          <p:nvPr/>
        </p:nvSpPr>
        <p:spPr>
          <a:xfrm>
            <a:off x="7563844" y="3384492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</a:t>
            </a:r>
          </a:p>
          <a:p>
            <a:r>
              <a:rPr lang="en-GB" sz="2800" dirty="0"/>
              <a:t>covariance matrix</a:t>
            </a:r>
          </a:p>
        </p:txBody>
      </p:sp>
    </p:spTree>
    <p:extLst>
      <p:ext uri="{BB962C8B-B14F-4D97-AF65-F5344CB8AC3E}">
        <p14:creationId xmlns:p14="http://schemas.microsoft.com/office/powerpoint/2010/main" val="2417050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1637515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1605429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4673957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4673956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1734448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4784194" y="441633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2902870" y="11186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1966377" y="2002437"/>
            <a:ext cx="1523320" cy="107363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3489697" y="2002437"/>
            <a:ext cx="1545208" cy="107363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03D2DA-B497-463A-808C-3B6AFCC00018}"/>
              </a:ext>
            </a:extLst>
          </p:cNvPr>
          <p:cNvSpPr txBox="1"/>
          <p:nvPr/>
        </p:nvSpPr>
        <p:spPr>
          <a:xfrm>
            <a:off x="1630829" y="2251738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a                             b</a:t>
            </a:r>
          </a:p>
        </p:txBody>
      </p: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76098"/>
              </p:ext>
            </p:extLst>
          </p:nvPr>
        </p:nvGraphicFramePr>
        <p:xfrm>
          <a:off x="6948093" y="1465177"/>
          <a:ext cx="3085590" cy="168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 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3855932" y="739563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9AD71-2C3F-4786-B224-CDDFDABE50DD}"/>
              </a:ext>
            </a:extLst>
          </p:cNvPr>
          <p:cNvSpPr txBox="1"/>
          <p:nvPr/>
        </p:nvSpPr>
        <p:spPr>
          <a:xfrm>
            <a:off x="3852690" y="56027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1</a:t>
            </a:r>
          </a:p>
        </p:txBody>
      </p:sp>
      <p:graphicFrame>
        <p:nvGraphicFramePr>
          <p:cNvPr id="29" name="Table 106">
            <a:extLst>
              <a:ext uri="{FF2B5EF4-FFF2-40B4-BE49-F238E27FC236}">
                <a16:creationId xmlns:a16="http://schemas.microsoft.com/office/drawing/2014/main" id="{E7A09FD1-B236-4ACE-A8D9-CF5EF355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90273"/>
              </p:ext>
            </p:extLst>
          </p:nvPr>
        </p:nvGraphicFramePr>
        <p:xfrm>
          <a:off x="6948093" y="4365478"/>
          <a:ext cx="3085590" cy="168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9FFBC27-DA4F-42AB-B35B-E7A30755D614}"/>
              </a:ext>
            </a:extLst>
          </p:cNvPr>
          <p:cNvSpPr txBox="1"/>
          <p:nvPr/>
        </p:nvSpPr>
        <p:spPr>
          <a:xfrm>
            <a:off x="7563844" y="3384492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</a:t>
            </a:r>
          </a:p>
          <a:p>
            <a:r>
              <a:rPr lang="en-GB" sz="2800" dirty="0"/>
              <a:t>covariance matrix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FC1E0A6-FE09-4A6E-9FFF-7834097F0DE6}"/>
              </a:ext>
            </a:extLst>
          </p:cNvPr>
          <p:cNvSpPr/>
          <p:nvPr/>
        </p:nvSpPr>
        <p:spPr>
          <a:xfrm rot="10800000">
            <a:off x="10169594" y="2234257"/>
            <a:ext cx="753533" cy="60999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30FF1-5394-4A9F-B18D-F1E954051007}"/>
              </a:ext>
            </a:extLst>
          </p:cNvPr>
          <p:cNvSpPr txBox="1"/>
          <p:nvPr/>
        </p:nvSpPr>
        <p:spPr>
          <a:xfrm>
            <a:off x="10749010" y="2283182"/>
            <a:ext cx="1528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4 values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BD5D9161-C211-4355-AC9C-8A01CBF85F90}"/>
              </a:ext>
            </a:extLst>
          </p:cNvPr>
          <p:cNvSpPr/>
          <p:nvPr/>
        </p:nvSpPr>
        <p:spPr>
          <a:xfrm rot="10800000">
            <a:off x="10169594" y="4978244"/>
            <a:ext cx="753533" cy="60999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5FC88A-F0E4-47EE-AF55-90E88CE4B78F}"/>
              </a:ext>
            </a:extLst>
          </p:cNvPr>
          <p:cNvSpPr txBox="1"/>
          <p:nvPr/>
        </p:nvSpPr>
        <p:spPr>
          <a:xfrm>
            <a:off x="10749010" y="5027169"/>
            <a:ext cx="1528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3 values</a:t>
            </a:r>
          </a:p>
        </p:txBody>
      </p:sp>
    </p:spTree>
    <p:extLst>
      <p:ext uri="{BB962C8B-B14F-4D97-AF65-F5344CB8AC3E}">
        <p14:creationId xmlns:p14="http://schemas.microsoft.com/office/powerpoint/2010/main" val="2510344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158671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155463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307795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307795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462316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462315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168365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327668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475731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2852075" y="1086660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1915580" y="1970458"/>
            <a:ext cx="1523322" cy="1105616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>
            <a:off x="3438902" y="1970458"/>
            <a:ext cx="0" cy="1105616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3438902" y="1970458"/>
            <a:ext cx="1545206" cy="1105616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03D2DA-B497-463A-808C-3B6AFCC00018}"/>
              </a:ext>
            </a:extLst>
          </p:cNvPr>
          <p:cNvSpPr txBox="1"/>
          <p:nvPr/>
        </p:nvSpPr>
        <p:spPr>
          <a:xfrm>
            <a:off x="1683651" y="2155228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a             b         c             </a:t>
            </a:r>
          </a:p>
        </p:txBody>
      </p: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968372"/>
              </p:ext>
            </p:extLst>
          </p:nvPr>
        </p:nvGraphicFramePr>
        <p:xfrm>
          <a:off x="6194236" y="1336053"/>
          <a:ext cx="4114120" cy="225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 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 err="1">
                          <a:solidFill>
                            <a:schemeClr val="tx1"/>
                          </a:solidFill>
                        </a:rPr>
                        <a:t>bc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6852642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3855932" y="739563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9AD71-2C3F-4786-B224-CDDFDABE50DD}"/>
              </a:ext>
            </a:extLst>
          </p:cNvPr>
          <p:cNvSpPr txBox="1"/>
          <p:nvPr/>
        </p:nvSpPr>
        <p:spPr>
          <a:xfrm>
            <a:off x="3852690" y="56027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D4F776-0CEC-4995-8BCE-7D10A6E88AC2}"/>
              </a:ext>
            </a:extLst>
          </p:cNvPr>
          <p:cNvSpPr txBox="1"/>
          <p:nvPr/>
        </p:nvSpPr>
        <p:spPr>
          <a:xfrm>
            <a:off x="6852642" y="3710479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</a:t>
            </a:r>
          </a:p>
          <a:p>
            <a:r>
              <a:rPr lang="en-GB" sz="2800" dirty="0"/>
              <a:t>covariance matrix</a:t>
            </a:r>
          </a:p>
        </p:txBody>
      </p:sp>
      <p:graphicFrame>
        <p:nvGraphicFramePr>
          <p:cNvPr id="31" name="Table 106">
            <a:extLst>
              <a:ext uri="{FF2B5EF4-FFF2-40B4-BE49-F238E27FC236}">
                <a16:creationId xmlns:a16="http://schemas.microsoft.com/office/drawing/2014/main" id="{C27E775A-C91C-4619-B217-2E31C88DA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359752"/>
              </p:ext>
            </p:extLst>
          </p:nvPr>
        </p:nvGraphicFramePr>
        <p:xfrm>
          <a:off x="6194236" y="4579637"/>
          <a:ext cx="4114120" cy="225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</a:tbl>
          </a:graphicData>
        </a:graphic>
      </p:graphicFrame>
      <p:sp>
        <p:nvSpPr>
          <p:cNvPr id="32" name="Arrow: Right 31">
            <a:extLst>
              <a:ext uri="{FF2B5EF4-FFF2-40B4-BE49-F238E27FC236}">
                <a16:creationId xmlns:a16="http://schemas.microsoft.com/office/drawing/2014/main" id="{BEFCCDA9-671B-4A61-9842-BF7FAE488A05}"/>
              </a:ext>
            </a:extLst>
          </p:cNvPr>
          <p:cNvSpPr/>
          <p:nvPr/>
        </p:nvSpPr>
        <p:spPr>
          <a:xfrm rot="10800000">
            <a:off x="10395283" y="2311895"/>
            <a:ext cx="753533" cy="60999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CB6E18-16D6-460D-961C-062A6331010E}"/>
              </a:ext>
            </a:extLst>
          </p:cNvPr>
          <p:cNvSpPr txBox="1"/>
          <p:nvPr/>
        </p:nvSpPr>
        <p:spPr>
          <a:xfrm>
            <a:off x="10862733" y="2360820"/>
            <a:ext cx="1640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6 values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AC325C89-DD46-4BFE-9675-22B736659B5F}"/>
              </a:ext>
            </a:extLst>
          </p:cNvPr>
          <p:cNvSpPr/>
          <p:nvPr/>
        </p:nvSpPr>
        <p:spPr>
          <a:xfrm rot="10800000">
            <a:off x="10395283" y="5055882"/>
            <a:ext cx="753533" cy="60999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5FC249-9451-4161-9725-F7C409C95A3D}"/>
              </a:ext>
            </a:extLst>
          </p:cNvPr>
          <p:cNvSpPr txBox="1"/>
          <p:nvPr/>
        </p:nvSpPr>
        <p:spPr>
          <a:xfrm>
            <a:off x="10862733" y="5104807"/>
            <a:ext cx="1640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6 values</a:t>
            </a:r>
          </a:p>
        </p:txBody>
      </p:sp>
    </p:spTree>
    <p:extLst>
      <p:ext uri="{BB962C8B-B14F-4D97-AF65-F5344CB8AC3E}">
        <p14:creationId xmlns:p14="http://schemas.microsoft.com/office/powerpoint/2010/main" val="332166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E8278F3-B6BC-442F-9592-54FE80A1EA8A}"/>
              </a:ext>
            </a:extLst>
          </p:cNvPr>
          <p:cNvGrpSpPr/>
          <p:nvPr/>
        </p:nvGrpSpPr>
        <p:grpSpPr>
          <a:xfrm>
            <a:off x="4273272" y="2240991"/>
            <a:ext cx="3804676" cy="2511295"/>
            <a:chOff x="784162" y="1319322"/>
            <a:chExt cx="5405200" cy="3543367"/>
          </a:xfrm>
        </p:grpSpPr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1691CF3F-FAC2-4DA5-BF63-0B4D4D72F3A6}"/>
                </a:ext>
              </a:extLst>
            </p:cNvPr>
            <p:cNvSpPr/>
            <p:nvPr/>
          </p:nvSpPr>
          <p:spPr>
            <a:xfrm rot="1003916">
              <a:off x="816248" y="3790689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D44291F-1D23-48B0-8155-E5B9189D0B29}"/>
                </a:ext>
              </a:extLst>
            </p:cNvPr>
            <p:cNvSpPr/>
            <p:nvPr/>
          </p:nvSpPr>
          <p:spPr>
            <a:xfrm>
              <a:off x="784162" y="3076074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5DE9A06-4DA6-4332-9AFB-19301BCBF9A4}"/>
                </a:ext>
              </a:extLst>
            </p:cNvPr>
            <p:cNvSpPr/>
            <p:nvPr/>
          </p:nvSpPr>
          <p:spPr>
            <a:xfrm>
              <a:off x="2307484" y="3076074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Y2</a:t>
              </a:r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E888E1F1-280C-4843-8256-4C2FE1864DB0}"/>
                </a:ext>
              </a:extLst>
            </p:cNvPr>
            <p:cNvSpPr/>
            <p:nvPr/>
          </p:nvSpPr>
          <p:spPr>
            <a:xfrm rot="1003916">
              <a:off x="2307483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D905296-943E-4230-BCA4-59A75EF5C5A7}"/>
                </a:ext>
              </a:extLst>
            </p:cNvPr>
            <p:cNvSpPr/>
            <p:nvPr/>
          </p:nvSpPr>
          <p:spPr>
            <a:xfrm>
              <a:off x="3852690" y="3076074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Y3</a:t>
              </a:r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1AD23F76-7332-4DDB-AAD5-276343377AB2}"/>
                </a:ext>
              </a:extLst>
            </p:cNvPr>
            <p:cNvSpPr/>
            <p:nvPr/>
          </p:nvSpPr>
          <p:spPr>
            <a:xfrm rot="1003916">
              <a:off x="3852689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BFF351A-8B7F-4580-A65E-AA75035EC0E2}"/>
                </a:ext>
              </a:extLst>
            </p:cNvPr>
            <p:cNvSpPr txBox="1"/>
            <p:nvPr/>
          </p:nvSpPr>
          <p:spPr>
            <a:xfrm>
              <a:off x="913180" y="4428424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y1</a:t>
              </a:r>
              <a:endParaRPr lang="en-GB" sz="140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8A01F7A-74A1-4988-9A0A-D82DCFCAFD2D}"/>
                </a:ext>
              </a:extLst>
            </p:cNvPr>
            <p:cNvSpPr txBox="1"/>
            <p:nvPr/>
          </p:nvSpPr>
          <p:spPr>
            <a:xfrm>
              <a:off x="2506215" y="4420849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y2</a:t>
              </a:r>
              <a:endParaRPr lang="en-GB" sz="1400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8AFB2D8-6FA4-42CD-9F2B-FAEA8C4D714D}"/>
                </a:ext>
              </a:extLst>
            </p:cNvPr>
            <p:cNvSpPr txBox="1"/>
            <p:nvPr/>
          </p:nvSpPr>
          <p:spPr>
            <a:xfrm>
              <a:off x="3986842" y="4416331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y3</a:t>
              </a:r>
              <a:endParaRPr lang="en-GB" sz="14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E96D7AE-3114-4CA7-BD7C-C81F8B1226BA}"/>
                </a:ext>
              </a:extLst>
            </p:cNvPr>
            <p:cNvSpPr/>
            <p:nvPr/>
          </p:nvSpPr>
          <p:spPr>
            <a:xfrm>
              <a:off x="5333316" y="3076074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Y4</a:t>
              </a:r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C88199AF-3BD6-4F0B-9084-409882704445}"/>
                </a:ext>
              </a:extLst>
            </p:cNvPr>
            <p:cNvSpPr/>
            <p:nvPr/>
          </p:nvSpPr>
          <p:spPr>
            <a:xfrm rot="1003916">
              <a:off x="5333315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FF7F5B6-FCBA-4E96-BE94-0796EC7C72DC}"/>
                </a:ext>
              </a:extLst>
            </p:cNvPr>
            <p:cNvSpPr txBox="1"/>
            <p:nvPr/>
          </p:nvSpPr>
          <p:spPr>
            <a:xfrm>
              <a:off x="5467467" y="4416331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y4</a:t>
              </a:r>
              <a:endParaRPr lang="en-GB" sz="1400" dirty="0"/>
            </a:p>
          </p:txBody>
        </p:sp>
        <p:cxnSp>
          <p:nvCxnSpPr>
            <p:cNvPr id="3" name="Connector: Curved 2">
              <a:extLst>
                <a:ext uri="{FF2B5EF4-FFF2-40B4-BE49-F238E27FC236}">
                  <a16:creationId xmlns:a16="http://schemas.microsoft.com/office/drawing/2014/main" id="{E7973318-829A-4E04-9456-F7788A22AC5B}"/>
                </a:ext>
              </a:extLst>
            </p:cNvPr>
            <p:cNvCxnSpPr>
              <a:cxnSpLocks/>
              <a:stCxn id="65" idx="0"/>
              <a:endCxn id="66" idx="0"/>
            </p:cNvCxnSpPr>
            <p:nvPr/>
          </p:nvCxnSpPr>
          <p:spPr>
            <a:xfrm rot="5400000" flipH="1" flipV="1">
              <a:off x="1906771" y="2314413"/>
              <a:ext cx="12700" cy="1523322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: Curved 5">
              <a:extLst>
                <a:ext uri="{FF2B5EF4-FFF2-40B4-BE49-F238E27FC236}">
                  <a16:creationId xmlns:a16="http://schemas.microsoft.com/office/drawing/2014/main" id="{0F8DF127-6FCA-403C-B820-3BF50B3F0154}"/>
                </a:ext>
              </a:extLst>
            </p:cNvPr>
            <p:cNvCxnSpPr>
              <a:stCxn id="65" idx="0"/>
              <a:endCxn id="85" idx="0"/>
            </p:cNvCxnSpPr>
            <p:nvPr/>
          </p:nvCxnSpPr>
          <p:spPr>
            <a:xfrm rot="5400000" flipH="1" flipV="1">
              <a:off x="2679374" y="1541810"/>
              <a:ext cx="12700" cy="3068528"/>
            </a:xfrm>
            <a:prstGeom prst="curvedConnector3">
              <a:avLst>
                <a:gd name="adj1" fmla="val 5210528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02B57284-F137-4E7C-A245-8DD58F37957B}"/>
                </a:ext>
              </a:extLst>
            </p:cNvPr>
            <p:cNvCxnSpPr>
              <a:stCxn id="65" idx="0"/>
              <a:endCxn id="103" idx="0"/>
            </p:cNvCxnSpPr>
            <p:nvPr/>
          </p:nvCxnSpPr>
          <p:spPr>
            <a:xfrm rot="5400000" flipH="1" flipV="1">
              <a:off x="3419687" y="801497"/>
              <a:ext cx="12700" cy="4549154"/>
            </a:xfrm>
            <a:prstGeom prst="curvedConnector3">
              <a:avLst>
                <a:gd name="adj1" fmla="val 10642102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AEB32857-7F9A-4BAB-9D36-0F6D4FCE2057}"/>
                </a:ext>
              </a:extLst>
            </p:cNvPr>
            <p:cNvCxnSpPr>
              <a:stCxn id="66" idx="0"/>
              <a:endCxn id="85" idx="0"/>
            </p:cNvCxnSpPr>
            <p:nvPr/>
          </p:nvCxnSpPr>
          <p:spPr>
            <a:xfrm rot="5400000" flipH="1" flipV="1">
              <a:off x="3441035" y="2303471"/>
              <a:ext cx="12700" cy="1545206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62ECA28C-C73A-4265-B51C-A05A2D1D3952}"/>
                </a:ext>
              </a:extLst>
            </p:cNvPr>
            <p:cNvCxnSpPr>
              <a:stCxn id="85" idx="0"/>
              <a:endCxn id="103" idx="0"/>
            </p:cNvCxnSpPr>
            <p:nvPr/>
          </p:nvCxnSpPr>
          <p:spPr>
            <a:xfrm rot="5400000" flipH="1" flipV="1">
              <a:off x="4953951" y="2335761"/>
              <a:ext cx="12700" cy="1480626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E0294D74-C8CE-429B-A349-B4D5CBF4886A}"/>
                </a:ext>
              </a:extLst>
            </p:cNvPr>
            <p:cNvCxnSpPr>
              <a:stCxn id="66" idx="0"/>
              <a:endCxn id="103" idx="0"/>
            </p:cNvCxnSpPr>
            <p:nvPr/>
          </p:nvCxnSpPr>
          <p:spPr>
            <a:xfrm rot="5400000" flipH="1" flipV="1">
              <a:off x="4181348" y="1563158"/>
              <a:ext cx="12700" cy="3025832"/>
            </a:xfrm>
            <a:prstGeom prst="curvedConnector3">
              <a:avLst>
                <a:gd name="adj1" fmla="val 5210528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3880F75-8FE5-4272-B9C5-B43D4A5EB1FB}"/>
                </a:ext>
              </a:extLst>
            </p:cNvPr>
            <p:cNvSpPr txBox="1"/>
            <p:nvPr/>
          </p:nvSpPr>
          <p:spPr>
            <a:xfrm>
              <a:off x="913180" y="1319322"/>
              <a:ext cx="4890188" cy="3474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	a	</a:t>
              </a:r>
            </a:p>
            <a:p>
              <a:pPr algn="ctr"/>
              <a:endParaRPr lang="en-GB" sz="1400" dirty="0"/>
            </a:p>
            <a:p>
              <a:pPr algn="ctr"/>
              <a:r>
                <a:rPr lang="en-GB" sz="1400" dirty="0"/>
                <a:t>b                      c</a:t>
              </a:r>
            </a:p>
            <a:p>
              <a:pPr algn="ctr"/>
              <a:endParaRPr lang="en-GB" sz="1400" dirty="0"/>
            </a:p>
            <a:p>
              <a:pPr algn="ctr"/>
              <a:r>
                <a:rPr lang="en-GB" sz="1400" dirty="0"/>
                <a:t>d                    e                    f</a:t>
              </a:r>
            </a:p>
            <a:p>
              <a:pPr algn="ctr"/>
              <a:endParaRPr lang="en-GB" sz="1400" dirty="0"/>
            </a:p>
            <a:p>
              <a:pPr algn="ctr"/>
              <a:endParaRPr lang="en-GB" sz="1400" dirty="0"/>
            </a:p>
            <a:p>
              <a:pPr algn="ctr"/>
              <a:endParaRPr lang="en-GB" sz="1400" dirty="0"/>
            </a:p>
            <a:p>
              <a:pPr algn="ctr"/>
              <a:endParaRPr lang="en-GB" sz="1400" dirty="0"/>
            </a:p>
            <a:p>
              <a:pPr algn="ctr"/>
              <a:endParaRPr lang="en-GB" sz="1400" dirty="0"/>
            </a:p>
            <a:p>
              <a:pPr algn="ctr"/>
              <a:endParaRPr lang="en-GB" sz="14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86122B4-40D0-4D67-959E-A4C3C7F234E8}"/>
              </a:ext>
            </a:extLst>
          </p:cNvPr>
          <p:cNvGrpSpPr/>
          <p:nvPr/>
        </p:nvGrpSpPr>
        <p:grpSpPr>
          <a:xfrm>
            <a:off x="63442" y="3496639"/>
            <a:ext cx="3804676" cy="1266230"/>
            <a:chOff x="6668496" y="299008"/>
            <a:chExt cx="5405200" cy="1786616"/>
          </a:xfrm>
        </p:grpSpPr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A38CC1A6-12E8-4C32-86DB-D4D789450C92}"/>
                </a:ext>
              </a:extLst>
            </p:cNvPr>
            <p:cNvSpPr/>
            <p:nvPr/>
          </p:nvSpPr>
          <p:spPr>
            <a:xfrm rot="1003916">
              <a:off x="6700582" y="1013623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18D6381-65CC-41A9-8D1A-7F82A05F494E}"/>
                </a:ext>
              </a:extLst>
            </p:cNvPr>
            <p:cNvSpPr/>
            <p:nvPr/>
          </p:nvSpPr>
          <p:spPr>
            <a:xfrm>
              <a:off x="6668496" y="299008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C413B95-EA16-48C7-B947-3E59CFE1DA1E}"/>
                </a:ext>
              </a:extLst>
            </p:cNvPr>
            <p:cNvSpPr/>
            <p:nvPr/>
          </p:nvSpPr>
          <p:spPr>
            <a:xfrm>
              <a:off x="8191818" y="299008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Y2</a:t>
              </a:r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187CF463-13EE-4CC9-AF3E-2CB073DA4046}"/>
                </a:ext>
              </a:extLst>
            </p:cNvPr>
            <p:cNvSpPr/>
            <p:nvPr/>
          </p:nvSpPr>
          <p:spPr>
            <a:xfrm rot="1003916">
              <a:off x="8191817" y="1022386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24AC2B3-D3F2-4F5A-8071-8DBEF6CCFA59}"/>
                </a:ext>
              </a:extLst>
            </p:cNvPr>
            <p:cNvSpPr/>
            <p:nvPr/>
          </p:nvSpPr>
          <p:spPr>
            <a:xfrm>
              <a:off x="9737024" y="299008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Y3</a:t>
              </a: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42F32EAD-BA67-49F1-86D2-F6A6F87369E3}"/>
                </a:ext>
              </a:extLst>
            </p:cNvPr>
            <p:cNvSpPr/>
            <p:nvPr/>
          </p:nvSpPr>
          <p:spPr>
            <a:xfrm rot="1003916">
              <a:off x="9737023" y="1022386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63FD92D-7C85-49BA-AB49-07589722B54E}"/>
                </a:ext>
              </a:extLst>
            </p:cNvPr>
            <p:cNvSpPr txBox="1"/>
            <p:nvPr/>
          </p:nvSpPr>
          <p:spPr>
            <a:xfrm>
              <a:off x="6797514" y="1651359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y1</a:t>
              </a:r>
              <a:endParaRPr lang="en-GB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B48C40-E4F9-4CF4-BFE3-D99B11590844}"/>
                </a:ext>
              </a:extLst>
            </p:cNvPr>
            <p:cNvSpPr txBox="1"/>
            <p:nvPr/>
          </p:nvSpPr>
          <p:spPr>
            <a:xfrm>
              <a:off x="8390549" y="1643783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y2</a:t>
              </a:r>
              <a:endParaRPr lang="en-GB" sz="14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1EA6572-C42C-4570-BCDD-39034C132D9E}"/>
                </a:ext>
              </a:extLst>
            </p:cNvPr>
            <p:cNvSpPr txBox="1"/>
            <p:nvPr/>
          </p:nvSpPr>
          <p:spPr>
            <a:xfrm>
              <a:off x="9871176" y="1639265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y3</a:t>
              </a:r>
              <a:endParaRPr lang="en-GB" sz="14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D06050C-B4A8-4048-ACAD-477DF3E4816D}"/>
                </a:ext>
              </a:extLst>
            </p:cNvPr>
            <p:cNvSpPr/>
            <p:nvPr/>
          </p:nvSpPr>
          <p:spPr>
            <a:xfrm>
              <a:off x="11217650" y="299008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Y4</a:t>
              </a:r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4FBDAD9C-033A-4DDE-9CD8-9BF811C22298}"/>
                </a:ext>
              </a:extLst>
            </p:cNvPr>
            <p:cNvSpPr/>
            <p:nvPr/>
          </p:nvSpPr>
          <p:spPr>
            <a:xfrm rot="1003916">
              <a:off x="11217649" y="1022386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4B8666-E556-4EC5-B4C3-CD76599CC3D9}"/>
                </a:ext>
              </a:extLst>
            </p:cNvPr>
            <p:cNvSpPr txBox="1"/>
            <p:nvPr/>
          </p:nvSpPr>
          <p:spPr>
            <a:xfrm>
              <a:off x="11351801" y="1639265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y4</a:t>
              </a:r>
              <a:endParaRPr lang="en-GB" sz="14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EDDBA4D-6915-4E10-BE8E-CDF9A8BAC66B}"/>
              </a:ext>
            </a:extLst>
          </p:cNvPr>
          <p:cNvGrpSpPr/>
          <p:nvPr/>
        </p:nvGrpSpPr>
        <p:grpSpPr>
          <a:xfrm>
            <a:off x="8423212" y="1834995"/>
            <a:ext cx="3804676" cy="2927874"/>
            <a:chOff x="5855791" y="2378240"/>
            <a:chExt cx="5405200" cy="4131149"/>
          </a:xfrm>
        </p:grpSpPr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97FEBCA4-87EF-4B35-BBE5-3581EF175850}"/>
                </a:ext>
              </a:extLst>
            </p:cNvPr>
            <p:cNvSpPr/>
            <p:nvPr/>
          </p:nvSpPr>
          <p:spPr>
            <a:xfrm rot="1003916">
              <a:off x="5887877" y="5437388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F749EBA-D01B-4DDC-8830-EA404CD4E454}"/>
                </a:ext>
              </a:extLst>
            </p:cNvPr>
            <p:cNvSpPr/>
            <p:nvPr/>
          </p:nvSpPr>
          <p:spPr>
            <a:xfrm>
              <a:off x="5855791" y="4722773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Y1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78493A3-D676-4A43-9BB7-ED4827E37680}"/>
                </a:ext>
              </a:extLst>
            </p:cNvPr>
            <p:cNvSpPr/>
            <p:nvPr/>
          </p:nvSpPr>
          <p:spPr>
            <a:xfrm>
              <a:off x="7379113" y="4722773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Y2</a:t>
              </a:r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C5E35500-289C-4006-B9CD-9279A2E57498}"/>
                </a:ext>
              </a:extLst>
            </p:cNvPr>
            <p:cNvSpPr/>
            <p:nvPr/>
          </p:nvSpPr>
          <p:spPr>
            <a:xfrm rot="1003916">
              <a:off x="7379112" y="5446151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FD4772E-D563-481B-9FFF-F4F75446F811}"/>
                </a:ext>
              </a:extLst>
            </p:cNvPr>
            <p:cNvSpPr/>
            <p:nvPr/>
          </p:nvSpPr>
          <p:spPr>
            <a:xfrm>
              <a:off x="8924319" y="4722773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Y3</a:t>
              </a:r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E852166A-1040-4E94-A005-BF3A5127B1B3}"/>
                </a:ext>
              </a:extLst>
            </p:cNvPr>
            <p:cNvSpPr/>
            <p:nvPr/>
          </p:nvSpPr>
          <p:spPr>
            <a:xfrm rot="1003916">
              <a:off x="8924318" y="5446151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3B2B25C-2F3B-4485-8446-65D7C25528BF}"/>
                </a:ext>
              </a:extLst>
            </p:cNvPr>
            <p:cNvSpPr txBox="1"/>
            <p:nvPr/>
          </p:nvSpPr>
          <p:spPr>
            <a:xfrm>
              <a:off x="5984809" y="6075124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y1</a:t>
              </a:r>
              <a:endParaRPr lang="en-GB" sz="1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1F93626-207E-45EE-B0E3-DD24590D7FC6}"/>
                </a:ext>
              </a:extLst>
            </p:cNvPr>
            <p:cNvSpPr txBox="1"/>
            <p:nvPr/>
          </p:nvSpPr>
          <p:spPr>
            <a:xfrm>
              <a:off x="7577844" y="6067549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y2</a:t>
              </a:r>
              <a:endParaRPr lang="en-GB" sz="1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A72286F-01F3-421C-913E-5B63FDC4F8B4}"/>
                </a:ext>
              </a:extLst>
            </p:cNvPr>
            <p:cNvSpPr txBox="1"/>
            <p:nvPr/>
          </p:nvSpPr>
          <p:spPr>
            <a:xfrm>
              <a:off x="9058471" y="6063031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y3</a:t>
              </a:r>
              <a:endParaRPr lang="en-GB" sz="14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7F6E198-E740-4FF0-8D39-FE6A9E8BE28D}"/>
                </a:ext>
              </a:extLst>
            </p:cNvPr>
            <p:cNvSpPr/>
            <p:nvPr/>
          </p:nvSpPr>
          <p:spPr>
            <a:xfrm>
              <a:off x="10404945" y="4722773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Y4</a:t>
              </a:r>
            </a:p>
          </p:txBody>
        </p:sp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0064886E-85ED-416E-AB6A-11CD5EF1EC23}"/>
                </a:ext>
              </a:extLst>
            </p:cNvPr>
            <p:cNvSpPr/>
            <p:nvPr/>
          </p:nvSpPr>
          <p:spPr>
            <a:xfrm rot="1003916">
              <a:off x="10404944" y="5446151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F2E9B23-8411-47DC-B536-3528F3BC3218}"/>
                </a:ext>
              </a:extLst>
            </p:cNvPr>
            <p:cNvSpPr txBox="1"/>
            <p:nvPr/>
          </p:nvSpPr>
          <p:spPr>
            <a:xfrm>
              <a:off x="10539096" y="6063031"/>
              <a:ext cx="721895" cy="4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u</a:t>
              </a:r>
              <a:r>
                <a:rPr lang="en-GB" sz="1400" baseline="-25000" dirty="0"/>
                <a:t>y4</a:t>
              </a:r>
              <a:endParaRPr lang="en-GB" sz="140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27AE91F-F8E7-424B-B942-441D0EFE8B42}"/>
                </a:ext>
              </a:extLst>
            </p:cNvPr>
            <p:cNvSpPr/>
            <p:nvPr/>
          </p:nvSpPr>
          <p:spPr>
            <a:xfrm>
              <a:off x="7938791" y="2744371"/>
              <a:ext cx="1173653" cy="88379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ABF66E2-C597-4099-8127-C5CAA3B4A1A7}"/>
                </a:ext>
              </a:extLst>
            </p:cNvPr>
            <p:cNvCxnSpPr>
              <a:stCxn id="51" idx="4"/>
              <a:endCxn id="40" idx="0"/>
            </p:cNvCxnSpPr>
            <p:nvPr/>
          </p:nvCxnSpPr>
          <p:spPr>
            <a:xfrm flipH="1">
              <a:off x="6216739" y="3628169"/>
              <a:ext cx="2308879" cy="109460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34C60A3D-3AA4-486C-AC6C-2F1CCFA479AF}"/>
                </a:ext>
              </a:extLst>
            </p:cNvPr>
            <p:cNvCxnSpPr>
              <a:stCxn id="51" idx="4"/>
              <a:endCxn id="41" idx="0"/>
            </p:cNvCxnSpPr>
            <p:nvPr/>
          </p:nvCxnSpPr>
          <p:spPr>
            <a:xfrm flipH="1">
              <a:off x="7740061" y="3628169"/>
              <a:ext cx="785557" cy="109460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13CA6A7-A9F1-4C39-B82E-09B31B03383D}"/>
                </a:ext>
              </a:extLst>
            </p:cNvPr>
            <p:cNvCxnSpPr>
              <a:stCxn id="51" idx="4"/>
              <a:endCxn id="43" idx="0"/>
            </p:cNvCxnSpPr>
            <p:nvPr/>
          </p:nvCxnSpPr>
          <p:spPr>
            <a:xfrm>
              <a:off x="8525618" y="3628169"/>
              <a:ext cx="759649" cy="109460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4B92A38-1128-4D47-97D0-21C117883F0D}"/>
                </a:ext>
              </a:extLst>
            </p:cNvPr>
            <p:cNvCxnSpPr>
              <a:stCxn id="51" idx="4"/>
              <a:endCxn id="48" idx="0"/>
            </p:cNvCxnSpPr>
            <p:nvPr/>
          </p:nvCxnSpPr>
          <p:spPr>
            <a:xfrm>
              <a:off x="8525618" y="3628169"/>
              <a:ext cx="2240275" cy="109460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9DFEE4FA-3E58-4947-B8C8-1ADBC37B6D7F}"/>
                </a:ext>
              </a:extLst>
            </p:cNvPr>
            <p:cNvSpPr/>
            <p:nvPr/>
          </p:nvSpPr>
          <p:spPr>
            <a:xfrm rot="15103718">
              <a:off x="8927561" y="238626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A478F6-B874-4EDF-9419-7FF98C1151B1}"/>
              </a:ext>
            </a:extLst>
          </p:cNvPr>
          <p:cNvCxnSpPr>
            <a:cxnSpLocks/>
          </p:cNvCxnSpPr>
          <p:nvPr/>
        </p:nvCxnSpPr>
        <p:spPr>
          <a:xfrm>
            <a:off x="4064000" y="-279400"/>
            <a:ext cx="0" cy="735753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E28944E-87C8-4F9E-9FEA-CDAC7CFB6429}"/>
              </a:ext>
            </a:extLst>
          </p:cNvPr>
          <p:cNvCxnSpPr>
            <a:cxnSpLocks/>
          </p:cNvCxnSpPr>
          <p:nvPr/>
        </p:nvCxnSpPr>
        <p:spPr>
          <a:xfrm>
            <a:off x="8204200" y="-211667"/>
            <a:ext cx="0" cy="720513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2D194D1-0FAA-4637-86FD-EA217E7ED4FE}"/>
              </a:ext>
            </a:extLst>
          </p:cNvPr>
          <p:cNvSpPr txBox="1"/>
          <p:nvPr/>
        </p:nvSpPr>
        <p:spPr>
          <a:xfrm>
            <a:off x="740596" y="0"/>
            <a:ext cx="2099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6"/>
                </a:solidFill>
                <a:latin typeface="Goudy Old Style" panose="02020502050305020303" pitchFamily="18" charset="0"/>
              </a:rPr>
              <a:t>they don’t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B95901-C698-4427-83E6-D8FF0DF9011B}"/>
              </a:ext>
            </a:extLst>
          </p:cNvPr>
          <p:cNvSpPr txBox="1"/>
          <p:nvPr/>
        </p:nvSpPr>
        <p:spPr>
          <a:xfrm>
            <a:off x="4234602" y="0"/>
            <a:ext cx="3903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6"/>
                </a:solidFill>
                <a:latin typeface="Goudy Old Style" panose="02020502050305020303" pitchFamily="18" charset="0"/>
              </a:rPr>
              <a:t>just because they do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0B6248-5038-4683-A826-B2781216E89C}"/>
              </a:ext>
            </a:extLst>
          </p:cNvPr>
          <p:cNvSpPr txBox="1"/>
          <p:nvPr/>
        </p:nvSpPr>
        <p:spPr>
          <a:xfrm>
            <a:off x="8338186" y="0"/>
            <a:ext cx="3795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accent6"/>
                </a:solidFill>
                <a:latin typeface="Goudy Old Style" panose="02020502050305020303" pitchFamily="18" charset="0"/>
              </a:rPr>
              <a:t>because they all measure 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B954F4-C90C-4A57-8411-5CDB1C3E8F67}"/>
              </a:ext>
            </a:extLst>
          </p:cNvPr>
          <p:cNvSpPr txBox="1"/>
          <p:nvPr/>
        </p:nvSpPr>
        <p:spPr>
          <a:xfrm>
            <a:off x="9200823" y="2907312"/>
            <a:ext cx="552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          a         b          c             d</a:t>
            </a:r>
          </a:p>
        </p:txBody>
      </p:sp>
    </p:spTree>
    <p:extLst>
      <p:ext uri="{BB962C8B-B14F-4D97-AF65-F5344CB8AC3E}">
        <p14:creationId xmlns:p14="http://schemas.microsoft.com/office/powerpoint/2010/main" val="1208335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323</Words>
  <Application>Microsoft Office PowerPoint</Application>
  <PresentationFormat>Widescreen</PresentationFormat>
  <Paragraphs>225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Goudy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19</cp:revision>
  <dcterms:created xsi:type="dcterms:W3CDTF">2025-08-20T12:50:25Z</dcterms:created>
  <dcterms:modified xsi:type="dcterms:W3CDTF">2025-11-22T11:14:10Z</dcterms:modified>
</cp:coreProperties>
</file>