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10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284BB4-B780-4E80-862B-191D16844C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58BC9B-B055-41D3-97B2-767D028E20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C55315-52CA-4291-BBD1-4D620B1837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8982-11B2-48A6-B27A-92640BCE4ADB}" type="datetimeFigureOut">
              <a:rPr lang="en-GB" smtClean="0"/>
              <a:t>10/04/2026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2AFC4B-948B-4002-9E16-30144F2898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D406BC-A615-4B15-9901-6A6B9F7FD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A8275D-B02B-44F7-B3EF-9EDA8EDE2F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36369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60713A-DAD3-4908-8728-0712B73BE4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3434C-0A46-49F6-BF6F-128BC84DA8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A2FC78-A722-466E-8636-B00FBB9D0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8982-11B2-48A6-B27A-92640BCE4ADB}" type="datetimeFigureOut">
              <a:rPr lang="en-GB" smtClean="0"/>
              <a:t>10/04/2026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4B039A-8C38-4FCA-AF56-4C1330C46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CCE4D6-DDD7-48D2-80DD-0B38636B7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A8275D-B02B-44F7-B3EF-9EDA8EDE2F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7668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CF2B8-5803-4397-96C2-28F292E4D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38394D-A4F0-470F-8B0E-AD21296769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618666-ADDB-4057-A6A1-35810D40B7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8982-11B2-48A6-B27A-92640BCE4ADB}" type="datetimeFigureOut">
              <a:rPr lang="en-GB" smtClean="0"/>
              <a:t>10/04/2026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DF8A49-84A0-495A-806B-6BC2F3178F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D75C03-7A48-4B5C-93D1-7162500C2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A8275D-B02B-44F7-B3EF-9EDA8EDE2F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653967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45B040-E60C-4A71-BB7C-419F3B242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044497-6868-4885-BAA5-1E1FB73C59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6BAE37-9B98-4635-A961-BCAF7D5ECC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EA509B-5180-4295-BAC1-F1150530C1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8982-11B2-48A6-B27A-92640BCE4ADB}" type="datetimeFigureOut">
              <a:rPr lang="en-GB" smtClean="0"/>
              <a:t>10/04/2026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7CD61F-4435-40A9-8D5B-8BB913F91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C556DB-DC38-4656-820F-0F5B38ECE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A8275D-B02B-44F7-B3EF-9EDA8EDE2F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52090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C9E792-7C70-4D5D-9CE7-2DC1272EE2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F9BF8D-483A-4643-8DDE-A332773901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17F84D-43AF-4877-BE7C-C2044AF6B3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F4E86ED-7E45-4FBA-B7F9-7C1B3F59EE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450F297-B19E-4B94-95D6-9EEE60E37E4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487F0E3-7378-40ED-A1B9-8054047269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8982-11B2-48A6-B27A-92640BCE4ADB}" type="datetimeFigureOut">
              <a:rPr lang="en-GB" smtClean="0"/>
              <a:t>10/04/2026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8583FA-5475-41CF-BF98-1E68352F2A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48F16CC-49B1-4402-AE6B-BD5CBFD6A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A8275D-B02B-44F7-B3EF-9EDA8EDE2F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21702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F7EFD8-D8FE-49FB-A6BF-7DF49C81C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A19E5F-F088-4A38-A15A-9E9B3424CF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8982-11B2-48A6-B27A-92640BCE4ADB}" type="datetimeFigureOut">
              <a:rPr lang="en-GB" smtClean="0"/>
              <a:t>10/04/2026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4BECE97-1AC7-438D-AC7B-1EE7ABEDBC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3891BB-8693-48B2-ACE0-8DAF0E035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A8275D-B02B-44F7-B3EF-9EDA8EDE2F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1700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B21300-53EA-46FC-AACD-D8DD9EB0A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8982-11B2-48A6-B27A-92640BCE4ADB}" type="datetimeFigureOut">
              <a:rPr lang="en-GB" smtClean="0"/>
              <a:t>10/04/2026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242EE62-959B-4BAC-950F-06B577A559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7E207D-5739-4CBA-A9A7-98F209767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A8275D-B02B-44F7-B3EF-9EDA8EDE2F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9285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0F0238-1D6B-4611-AD93-05699AFEC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F90862-0EA2-4AC4-9FF7-8420095D50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23A8D1-8FCD-4BE4-B754-49EE5B2E22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880C35-83BE-4888-AAAD-D20DD17D68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8982-11B2-48A6-B27A-92640BCE4ADB}" type="datetimeFigureOut">
              <a:rPr lang="en-GB" smtClean="0"/>
              <a:t>10/04/2026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895F4B-AB4F-481E-8A2B-8B4F8F9C7A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098D1B-A758-4FC0-8589-2E50AF99A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A8275D-B02B-44F7-B3EF-9EDA8EDE2F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42360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D3039C-BAAF-420E-A488-2030FBE88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42E54EE-0C10-4C9C-B2BF-542DF149D8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0BCF84-AAE1-4861-8CA3-834DC426CE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FFD32C-F4F6-4027-9828-FEC9AD319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8982-11B2-48A6-B27A-92640BCE4ADB}" type="datetimeFigureOut">
              <a:rPr lang="en-GB" smtClean="0"/>
              <a:t>10/04/2026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0584C2-DBBA-4D64-87B3-BE0B676C00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86864-362C-479E-8784-51B4AE1A3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A8275D-B02B-44F7-B3EF-9EDA8EDE2F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54630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93849-EF2B-4850-813E-D1E47D85B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0C60B5-DCCC-4BBE-BE74-68662C4153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C7B8FD-8604-459E-BF26-742E15CE8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8982-11B2-48A6-B27A-92640BCE4ADB}" type="datetimeFigureOut">
              <a:rPr lang="en-GB" smtClean="0"/>
              <a:t>10/04/2026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1B5348-7D2F-484E-8F93-1B141C48A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2EB6CE-8C03-427E-9DAB-C4E7A0718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A8275D-B02B-44F7-B3EF-9EDA8EDE2F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77138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B098845-587F-4FAB-A6BD-2A51ED7FAC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3D1836-F17A-4C81-BDD3-75B89D1FCA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023421-1FD1-4628-95DA-5E4B5A8DC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28982-11B2-48A6-B27A-92640BCE4ADB}" type="datetimeFigureOut">
              <a:rPr lang="en-GB" smtClean="0"/>
              <a:t>10/04/2026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FCC7AB-EF5E-43E8-8891-6F3EE2D930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767C57-E2AE-4A4D-BB59-D677A340F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A8275D-B02B-44F7-B3EF-9EDA8EDE2F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6897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F723016-C81A-4145-AFDF-D94138F40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7B0683-8A76-4E76-9541-A0A5FD265E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38DABF-658B-4669-A8B0-4E08FD14EF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028982-11B2-48A6-B27A-92640BCE4ADB}" type="datetimeFigureOut">
              <a:rPr lang="en-GB" smtClean="0"/>
              <a:t>10/04/2026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961D2E-7371-46FC-BC5F-400745AF5B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92ED0E-C424-4ACC-A545-55C84BDD71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9A8275D-B02B-44F7-B3EF-9EDA8EDE2F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225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4AA8733-42CC-4ACF-9E98-78B01FBE32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6879" y="1650577"/>
            <a:ext cx="6660458" cy="2827630"/>
          </a:xfrm>
          <a:prstGeom prst="rect">
            <a:avLst/>
          </a:prstGeom>
        </p:spPr>
      </p:pic>
      <p:graphicFrame>
        <p:nvGraphicFramePr>
          <p:cNvPr id="24" name="Table 24">
            <a:extLst>
              <a:ext uri="{FF2B5EF4-FFF2-40B4-BE49-F238E27FC236}">
                <a16:creationId xmlns:a16="http://schemas.microsoft.com/office/drawing/2014/main" id="{F7B53A80-16D1-4F0C-998D-CFA89736E7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676783"/>
              </p:ext>
            </p:extLst>
          </p:nvPr>
        </p:nvGraphicFramePr>
        <p:xfrm>
          <a:off x="2850604" y="4897593"/>
          <a:ext cx="8058400" cy="7589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1680">
                  <a:extLst>
                    <a:ext uri="{9D8B030D-6E8A-4147-A177-3AD203B41FA5}">
                      <a16:colId xmlns:a16="http://schemas.microsoft.com/office/drawing/2014/main" val="2194716146"/>
                    </a:ext>
                  </a:extLst>
                </a:gridCol>
                <a:gridCol w="1611680">
                  <a:extLst>
                    <a:ext uri="{9D8B030D-6E8A-4147-A177-3AD203B41FA5}">
                      <a16:colId xmlns:a16="http://schemas.microsoft.com/office/drawing/2014/main" val="3594161211"/>
                    </a:ext>
                  </a:extLst>
                </a:gridCol>
                <a:gridCol w="1611680">
                  <a:extLst>
                    <a:ext uri="{9D8B030D-6E8A-4147-A177-3AD203B41FA5}">
                      <a16:colId xmlns:a16="http://schemas.microsoft.com/office/drawing/2014/main" val="3830062698"/>
                    </a:ext>
                  </a:extLst>
                </a:gridCol>
                <a:gridCol w="1611680">
                  <a:extLst>
                    <a:ext uri="{9D8B030D-6E8A-4147-A177-3AD203B41FA5}">
                      <a16:colId xmlns:a16="http://schemas.microsoft.com/office/drawing/2014/main" val="2351193033"/>
                    </a:ext>
                  </a:extLst>
                </a:gridCol>
                <a:gridCol w="1611680">
                  <a:extLst>
                    <a:ext uri="{9D8B030D-6E8A-4147-A177-3AD203B41FA5}">
                      <a16:colId xmlns:a16="http://schemas.microsoft.com/office/drawing/2014/main" val="3093777102"/>
                    </a:ext>
                  </a:extLst>
                </a:gridCol>
              </a:tblGrid>
              <a:tr h="388096">
                <a:tc>
                  <a:txBody>
                    <a:bodyPr/>
                    <a:lstStyle/>
                    <a:p>
                      <a:r>
                        <a:rPr lang="en-GB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Q_1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Q_2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Q_3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err="1"/>
                        <a:t>Avg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30872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err="1"/>
                        <a:t>josiah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099546"/>
                  </a:ext>
                </a:extLst>
              </a:tr>
            </a:tbl>
          </a:graphicData>
        </a:graphic>
      </p:graphicFrame>
      <p:pic>
        <p:nvPicPr>
          <p:cNvPr id="27" name="Picture 26">
            <a:extLst>
              <a:ext uri="{FF2B5EF4-FFF2-40B4-BE49-F238E27FC236}">
                <a16:creationId xmlns:a16="http://schemas.microsoft.com/office/drawing/2014/main" id="{7678B8A4-1EEC-4007-AB51-177594A772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354263" y="0"/>
            <a:ext cx="5114925" cy="685800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8A53C133-2483-457A-8B18-BEB53B590EB8}"/>
              </a:ext>
            </a:extLst>
          </p:cNvPr>
          <p:cNvSpPr txBox="1"/>
          <p:nvPr/>
        </p:nvSpPr>
        <p:spPr>
          <a:xfrm>
            <a:off x="820981" y="5839186"/>
            <a:ext cx="662746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</a:rPr>
              <a:t>Error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AE64D8-B71D-4D75-B628-303443AE227D}"/>
              </a:ext>
            </a:extLst>
          </p:cNvPr>
          <p:cNvSpPr txBox="1"/>
          <p:nvPr/>
        </p:nvSpPr>
        <p:spPr>
          <a:xfrm>
            <a:off x="9045526" y="2354797"/>
            <a:ext cx="30473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b="1" dirty="0">
                <a:solidFill>
                  <a:srgbClr val="FF0000"/>
                </a:solidFill>
              </a:rPr>
              <a:t>higher </a:t>
            </a:r>
            <a:r>
              <a:rPr lang="en-GB" sz="1200" dirty="0">
                <a:solidFill>
                  <a:schemeClr val="accent6"/>
                </a:solidFill>
              </a:rPr>
              <a:t>because I feel social pressure to not be too negative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6CF623B-F975-4E61-8C66-780ED2F24AC4}"/>
              </a:ext>
            </a:extLst>
          </p:cNvPr>
          <p:cNvSpPr txBox="1"/>
          <p:nvPr/>
        </p:nvSpPr>
        <p:spPr>
          <a:xfrm>
            <a:off x="8973554" y="3064392"/>
            <a:ext cx="32184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b="1" dirty="0">
                <a:solidFill>
                  <a:srgbClr val="FF0000"/>
                </a:solidFill>
              </a:rPr>
              <a:t>higher </a:t>
            </a:r>
            <a:r>
              <a:rPr lang="en-GB" sz="1200" dirty="0">
                <a:solidFill>
                  <a:schemeClr val="accent6"/>
                </a:solidFill>
              </a:rPr>
              <a:t>because I just read the news and it made me acutely aware of my privilege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1B8860-C980-4956-9464-129CF30F066A}"/>
              </a:ext>
            </a:extLst>
          </p:cNvPr>
          <p:cNvSpPr txBox="1"/>
          <p:nvPr/>
        </p:nvSpPr>
        <p:spPr>
          <a:xfrm>
            <a:off x="8874479" y="3953278"/>
            <a:ext cx="32184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b="1" dirty="0">
                <a:solidFill>
                  <a:srgbClr val="FF0000"/>
                </a:solidFill>
              </a:rPr>
              <a:t>lower </a:t>
            </a:r>
            <a:r>
              <a:rPr lang="en-GB" sz="1200" dirty="0">
                <a:solidFill>
                  <a:schemeClr val="accent6"/>
                </a:solidFill>
              </a:rPr>
              <a:t>because I missed the train today</a:t>
            </a:r>
          </a:p>
        </p:txBody>
      </p:sp>
    </p:spTree>
    <p:extLst>
      <p:ext uri="{BB962C8B-B14F-4D97-AF65-F5344CB8AC3E}">
        <p14:creationId xmlns:p14="http://schemas.microsoft.com/office/powerpoint/2010/main" val="36419322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1325</TotalTime>
  <Words>51</Words>
  <Application>Microsoft Office PowerPoint</Application>
  <PresentationFormat>Widescreen</PresentationFormat>
  <Paragraphs>14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Josiah King</dc:creator>
  <cp:lastModifiedBy>Josiah King</cp:lastModifiedBy>
  <cp:revision>12</cp:revision>
  <dcterms:created xsi:type="dcterms:W3CDTF">2026-04-09T12:58:43Z</dcterms:created>
  <dcterms:modified xsi:type="dcterms:W3CDTF">2026-04-10T13:26:49Z</dcterms:modified>
</cp:coreProperties>
</file>