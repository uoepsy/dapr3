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4BB4-B780-4E80-862B-191D16844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8BC9B-B055-41D3-97B2-767D028E2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55315-52CA-4291-BBD1-4D620B18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AFC4B-948B-4002-9E16-30144F2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406BC-A615-4B15-9901-6A6B9F7F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63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713A-DAD3-4908-8728-0712B73B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3434C-0A46-49F6-BF6F-128BC84DA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2FC78-A722-466E-8636-B00FBB9D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B039A-8C38-4FCA-AF56-4C1330C46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CE4D6-DDD7-48D2-80DD-0B38636B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66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CF2B8-5803-4397-96C2-28F292E4D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8394D-A4F0-470F-8B0E-AD2129676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18666-ADDB-4057-A6A1-35810D40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F8A49-84A0-495A-806B-6BC2F317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75C03-7A48-4B5C-93D1-7162500C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39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B040-E60C-4A71-BB7C-419F3B24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44497-6868-4885-BAA5-1E1FB73C5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BAE37-9B98-4635-A961-BCAF7D5EC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A509B-5180-4295-BAC1-F1150530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CD61F-4435-40A9-8D5B-8BB913F9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556DB-DC38-4656-820F-0F5B38EC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20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E792-7C70-4D5D-9CE7-2DC1272E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9BF8D-483A-4643-8DDE-A33277390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7F84D-43AF-4877-BE7C-C2044AF6B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4E86ED-7E45-4FBA-B7F9-7C1B3F59E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0F297-B19E-4B94-95D6-9EEE60E37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7F0E3-7378-40ED-A1B9-80540472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583FA-5475-41CF-BF98-1E68352F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F16CC-49B1-4402-AE6B-BD5CBFD6A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17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EFD8-D8FE-49FB-A6BF-7DF49C81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A19E5F-F088-4A38-A15A-9E9B3424C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ECE97-1AC7-438D-AC7B-1EE7ABEDB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891BB-8693-48B2-ACE0-8DAF0E03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17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21300-53EA-46FC-AACD-D8DD9EB0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2EE62-959B-4BAC-950F-06B577A55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E207D-5739-4CBA-A9A7-98F2097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92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0238-1D6B-4611-AD93-05699AFEC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0862-0EA2-4AC4-9FF7-8420095D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3A8D1-8FCD-4BE4-B754-49EE5B2E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80C35-83BE-4888-AAAD-D20DD17D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95F4B-AB4F-481E-8A2B-8B4F8F9C7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98D1B-A758-4FC0-8589-2E50AF99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236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3039C-BAAF-420E-A488-2030FBE88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E54EE-0C10-4C9C-B2BF-542DF149D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BCF84-AAE1-4861-8CA3-834DC426C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FD32C-F4F6-4027-9828-FEC9AD319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584C2-DBBA-4D64-87B3-BE0B676C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86864-362C-479E-8784-51B4AE1A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46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3849-EF2B-4850-813E-D1E47D8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C60B5-DCCC-4BBE-BE74-68662C415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7B8FD-8604-459E-BF26-742E15CE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B5348-7D2F-484E-8F93-1B141C48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EB6CE-8C03-427E-9DAB-C4E7A071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713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098845-587F-4FAB-A6BD-2A51ED7FA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D1836-F17A-4C81-BDD3-75B89D1FC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23421-1FD1-4628-95DA-5E4B5A8D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C7AB-EF5E-43E8-8891-6F3EE2D9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67C57-E2AE-4A4D-BB59-D677A340F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689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3016-C81A-4145-AFDF-D94138F4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B0683-8A76-4E76-9541-A0A5FD265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8DABF-658B-4669-A8B0-4E08FD14E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28982-11B2-48A6-B27A-92640BCE4ADB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61D2E-7371-46FC-BC5F-400745AF5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2ED0E-C424-4ACC-A545-55C84BDD7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8275D-B02B-44F7-B3EF-9EDA8EDE2F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22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AA8733-42CC-4ACF-9E98-78B01FBE3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391" y="1650577"/>
            <a:ext cx="6660458" cy="2827630"/>
          </a:xfrm>
          <a:prstGeom prst="rect">
            <a:avLst/>
          </a:prstGeom>
        </p:spPr>
      </p:pic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F7B53A80-16D1-4F0C-998D-CFA89736E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76783"/>
              </p:ext>
            </p:extLst>
          </p:nvPr>
        </p:nvGraphicFramePr>
        <p:xfrm>
          <a:off x="2850604" y="4897593"/>
          <a:ext cx="8058400" cy="758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680">
                  <a:extLst>
                    <a:ext uri="{9D8B030D-6E8A-4147-A177-3AD203B41FA5}">
                      <a16:colId xmlns:a16="http://schemas.microsoft.com/office/drawing/2014/main" val="2194716146"/>
                    </a:ext>
                  </a:extLst>
                </a:gridCol>
                <a:gridCol w="1611680">
                  <a:extLst>
                    <a:ext uri="{9D8B030D-6E8A-4147-A177-3AD203B41FA5}">
                      <a16:colId xmlns:a16="http://schemas.microsoft.com/office/drawing/2014/main" val="3594161211"/>
                    </a:ext>
                  </a:extLst>
                </a:gridCol>
                <a:gridCol w="1611680">
                  <a:extLst>
                    <a:ext uri="{9D8B030D-6E8A-4147-A177-3AD203B41FA5}">
                      <a16:colId xmlns:a16="http://schemas.microsoft.com/office/drawing/2014/main" val="3830062698"/>
                    </a:ext>
                  </a:extLst>
                </a:gridCol>
                <a:gridCol w="1611680">
                  <a:extLst>
                    <a:ext uri="{9D8B030D-6E8A-4147-A177-3AD203B41FA5}">
                      <a16:colId xmlns:a16="http://schemas.microsoft.com/office/drawing/2014/main" val="2351193033"/>
                    </a:ext>
                  </a:extLst>
                </a:gridCol>
                <a:gridCol w="1611680">
                  <a:extLst>
                    <a:ext uri="{9D8B030D-6E8A-4147-A177-3AD203B41FA5}">
                      <a16:colId xmlns:a16="http://schemas.microsoft.com/office/drawing/2014/main" val="3093777102"/>
                    </a:ext>
                  </a:extLst>
                </a:gridCol>
              </a:tblGrid>
              <a:tr h="388096">
                <a:tc>
                  <a:txBody>
                    <a:bodyPr/>
                    <a:lstStyle/>
                    <a:p>
                      <a:r>
                        <a:rPr lang="en-GB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Q_1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Q_2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Q_3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Avg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08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/>
                        <a:t>josiah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99546"/>
                  </a:ext>
                </a:extLst>
              </a:tr>
            </a:tbl>
          </a:graphicData>
        </a:graphic>
      </p:graphicFrame>
      <p:pic>
        <p:nvPicPr>
          <p:cNvPr id="27" name="Picture 26">
            <a:extLst>
              <a:ext uri="{FF2B5EF4-FFF2-40B4-BE49-F238E27FC236}">
                <a16:creationId xmlns:a16="http://schemas.microsoft.com/office/drawing/2014/main" id="{7678B8A4-1EEC-4007-AB51-177594A77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4263" y="0"/>
            <a:ext cx="5114925" cy="6858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A53C133-2483-457A-8B18-BEB53B590EB8}"/>
              </a:ext>
            </a:extLst>
          </p:cNvPr>
          <p:cNvSpPr txBox="1"/>
          <p:nvPr/>
        </p:nvSpPr>
        <p:spPr>
          <a:xfrm>
            <a:off x="820981" y="5839186"/>
            <a:ext cx="66274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Error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AE64D8-B71D-4D75-B628-303443AE227D}"/>
              </a:ext>
            </a:extLst>
          </p:cNvPr>
          <p:cNvSpPr txBox="1"/>
          <p:nvPr/>
        </p:nvSpPr>
        <p:spPr>
          <a:xfrm>
            <a:off x="9045526" y="2354797"/>
            <a:ext cx="3047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</a:rPr>
              <a:t>higher </a:t>
            </a:r>
            <a:r>
              <a:rPr lang="en-GB" sz="1200" dirty="0">
                <a:solidFill>
                  <a:schemeClr val="accent6"/>
                </a:solidFill>
              </a:rPr>
              <a:t>because I feel social pressure to not be too negative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CF623B-F975-4E61-8C66-780ED2F24AC4}"/>
              </a:ext>
            </a:extLst>
          </p:cNvPr>
          <p:cNvSpPr txBox="1"/>
          <p:nvPr/>
        </p:nvSpPr>
        <p:spPr>
          <a:xfrm>
            <a:off x="8973554" y="3064392"/>
            <a:ext cx="3218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</a:rPr>
              <a:t>higher </a:t>
            </a:r>
            <a:r>
              <a:rPr lang="en-GB" sz="1200" dirty="0">
                <a:solidFill>
                  <a:schemeClr val="accent6"/>
                </a:solidFill>
              </a:rPr>
              <a:t>because I just read the news and it made me acutely aware of my privilege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1B8860-C980-4956-9464-129CF30F066A}"/>
              </a:ext>
            </a:extLst>
          </p:cNvPr>
          <p:cNvSpPr txBox="1"/>
          <p:nvPr/>
        </p:nvSpPr>
        <p:spPr>
          <a:xfrm>
            <a:off x="8874479" y="3953278"/>
            <a:ext cx="3218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rgbClr val="FF0000"/>
                </a:solidFill>
              </a:rPr>
              <a:t>lower </a:t>
            </a:r>
            <a:r>
              <a:rPr lang="en-GB" sz="1200" dirty="0">
                <a:solidFill>
                  <a:schemeClr val="accent6"/>
                </a:solidFill>
              </a:rPr>
              <a:t>because I missed the train today</a:t>
            </a:r>
          </a:p>
        </p:txBody>
      </p:sp>
    </p:spTree>
    <p:extLst>
      <p:ext uri="{BB962C8B-B14F-4D97-AF65-F5344CB8AC3E}">
        <p14:creationId xmlns:p14="http://schemas.microsoft.com/office/powerpoint/2010/main" val="3641932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51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13</cp:revision>
  <dcterms:created xsi:type="dcterms:W3CDTF">2026-04-09T12:58:43Z</dcterms:created>
  <dcterms:modified xsi:type="dcterms:W3CDTF">2026-07-03T07:21:56Z</dcterms:modified>
</cp:coreProperties>
</file>