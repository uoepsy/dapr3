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5778500" cy="6072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5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3388" y="993759"/>
            <a:ext cx="4911725" cy="2114021"/>
          </a:xfrm>
        </p:spPr>
        <p:txBody>
          <a:bodyPr anchor="b"/>
          <a:lstStyle>
            <a:lvl1pPr algn="ctr">
              <a:defRPr sz="37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2313" y="3189305"/>
            <a:ext cx="4333875" cy="1466039"/>
          </a:xfrm>
        </p:spPr>
        <p:txBody>
          <a:bodyPr/>
          <a:lstStyle>
            <a:lvl1pPr marL="0" indent="0" algn="ctr">
              <a:buNone/>
              <a:defRPr sz="1517"/>
            </a:lvl1pPr>
            <a:lvl2pPr marL="288905" indent="0" algn="ctr">
              <a:buNone/>
              <a:defRPr sz="1264"/>
            </a:lvl2pPr>
            <a:lvl3pPr marL="577809" indent="0" algn="ctr">
              <a:buNone/>
              <a:defRPr sz="1137"/>
            </a:lvl3pPr>
            <a:lvl4pPr marL="866714" indent="0" algn="ctr">
              <a:buNone/>
              <a:defRPr sz="1011"/>
            </a:lvl4pPr>
            <a:lvl5pPr marL="1155619" indent="0" algn="ctr">
              <a:buNone/>
              <a:defRPr sz="1011"/>
            </a:lvl5pPr>
            <a:lvl6pPr marL="1444523" indent="0" algn="ctr">
              <a:buNone/>
              <a:defRPr sz="1011"/>
            </a:lvl6pPr>
            <a:lvl7pPr marL="1733428" indent="0" algn="ctr">
              <a:buNone/>
              <a:defRPr sz="1011"/>
            </a:lvl7pPr>
            <a:lvl8pPr marL="2022333" indent="0" algn="ctr">
              <a:buNone/>
              <a:defRPr sz="1011"/>
            </a:lvl8pPr>
            <a:lvl9pPr marL="2311237" indent="0" algn="ctr">
              <a:buNone/>
              <a:defRPr sz="10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29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263" y="1513832"/>
            <a:ext cx="4983956" cy="2525861"/>
          </a:xfrm>
        </p:spPr>
        <p:txBody>
          <a:bodyPr anchor="b"/>
          <a:lstStyle>
            <a:lvl1pPr>
              <a:defRPr sz="37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263" y="4063589"/>
            <a:ext cx="4983956" cy="1328291"/>
          </a:xfrm>
        </p:spPr>
        <p:txBody>
          <a:bodyPr/>
          <a:lstStyle>
            <a:lvl1pPr marL="0" indent="0">
              <a:buNone/>
              <a:defRPr sz="1517">
                <a:solidFill>
                  <a:schemeClr val="tx1"/>
                </a:solidFill>
              </a:defRPr>
            </a:lvl1pPr>
            <a:lvl2pPr marL="288905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2pPr>
            <a:lvl3pPr marL="577809" indent="0">
              <a:buNone/>
              <a:defRPr sz="1137">
                <a:solidFill>
                  <a:schemeClr val="tx1">
                    <a:tint val="75000"/>
                  </a:schemeClr>
                </a:solidFill>
              </a:defRPr>
            </a:lvl3pPr>
            <a:lvl4pPr marL="866714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4pPr>
            <a:lvl5pPr marL="1155619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5pPr>
            <a:lvl6pPr marL="1444523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6pPr>
            <a:lvl7pPr marL="1733428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7pPr>
            <a:lvl8pPr marL="2022333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8pPr>
            <a:lvl9pPr marL="2311237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24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7272" y="1616439"/>
            <a:ext cx="2455863" cy="3852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5365" y="1616439"/>
            <a:ext cx="2455863" cy="3852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52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5" y="323289"/>
            <a:ext cx="4983956" cy="1173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025" y="1488530"/>
            <a:ext cx="2444576" cy="729505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025" y="2218035"/>
            <a:ext cx="2444576" cy="32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5366" y="1488530"/>
            <a:ext cx="2456615" cy="729505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5366" y="2218035"/>
            <a:ext cx="2456615" cy="32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39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88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8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4" y="404812"/>
            <a:ext cx="1863717" cy="1416844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15" y="874284"/>
            <a:ext cx="2925366" cy="4315189"/>
          </a:xfrm>
        </p:spPr>
        <p:txBody>
          <a:bodyPr/>
          <a:lstStyle>
            <a:lvl1pPr>
              <a:defRPr sz="2022"/>
            </a:lvl1pPr>
            <a:lvl2pPr>
              <a:defRPr sz="1769"/>
            </a:lvl2pPr>
            <a:lvl3pPr>
              <a:defRPr sz="1517"/>
            </a:lvl3pPr>
            <a:lvl4pPr>
              <a:defRPr sz="1264"/>
            </a:lvl4pPr>
            <a:lvl5pPr>
              <a:defRPr sz="1264"/>
            </a:lvl5pPr>
            <a:lvl6pPr>
              <a:defRPr sz="1264"/>
            </a:lvl6pPr>
            <a:lvl7pPr>
              <a:defRPr sz="1264"/>
            </a:lvl7pPr>
            <a:lvl8pPr>
              <a:defRPr sz="1264"/>
            </a:lvl8pPr>
            <a:lvl9pPr>
              <a:defRPr sz="12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8024" y="1821656"/>
            <a:ext cx="1863717" cy="3374844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47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4" y="404812"/>
            <a:ext cx="1863717" cy="1416844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56615" y="874284"/>
            <a:ext cx="2925366" cy="4315189"/>
          </a:xfrm>
        </p:spPr>
        <p:txBody>
          <a:bodyPr anchor="t"/>
          <a:lstStyle>
            <a:lvl1pPr marL="0" indent="0">
              <a:buNone/>
              <a:defRPr sz="2022"/>
            </a:lvl1pPr>
            <a:lvl2pPr marL="288905" indent="0">
              <a:buNone/>
              <a:defRPr sz="1769"/>
            </a:lvl2pPr>
            <a:lvl3pPr marL="577809" indent="0">
              <a:buNone/>
              <a:defRPr sz="1517"/>
            </a:lvl3pPr>
            <a:lvl4pPr marL="866714" indent="0">
              <a:buNone/>
              <a:defRPr sz="1264"/>
            </a:lvl4pPr>
            <a:lvl5pPr marL="1155619" indent="0">
              <a:buNone/>
              <a:defRPr sz="1264"/>
            </a:lvl5pPr>
            <a:lvl6pPr marL="1444523" indent="0">
              <a:buNone/>
              <a:defRPr sz="1264"/>
            </a:lvl6pPr>
            <a:lvl7pPr marL="1733428" indent="0">
              <a:buNone/>
              <a:defRPr sz="1264"/>
            </a:lvl7pPr>
            <a:lvl8pPr marL="2022333" indent="0">
              <a:buNone/>
              <a:defRPr sz="1264"/>
            </a:lvl8pPr>
            <a:lvl9pPr marL="2311237" indent="0">
              <a:buNone/>
              <a:defRPr sz="12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8024" y="1821656"/>
            <a:ext cx="1863717" cy="3374844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28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00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35239" y="323288"/>
            <a:ext cx="1245989" cy="5145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7272" y="323288"/>
            <a:ext cx="3665736" cy="51458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9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7272" y="323289"/>
            <a:ext cx="4983956" cy="1173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272" y="1616439"/>
            <a:ext cx="4983956" cy="3852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7272" y="5628020"/>
            <a:ext cx="1300163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4E6F2-0EBE-4A88-9E07-2C0D98FA4215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14128" y="5628020"/>
            <a:ext cx="1950244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81065" y="5628020"/>
            <a:ext cx="1300163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85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7809" rtl="0" eaLnBrk="1" latinLnBrk="0" hangingPunct="1">
        <a:lnSpc>
          <a:spcPct val="90000"/>
        </a:lnSpc>
        <a:spcBef>
          <a:spcPct val="0"/>
        </a:spcBef>
        <a:buNone/>
        <a:defRPr sz="27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452" indent="-144452" algn="l" defTabSz="577809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sz="1769" kern="1200">
          <a:solidFill>
            <a:schemeClr val="tx1"/>
          </a:solidFill>
          <a:latin typeface="+mn-lt"/>
          <a:ea typeface="+mn-ea"/>
          <a:cs typeface="+mn-cs"/>
        </a:defRPr>
      </a:lvl1pPr>
      <a:lvl2pPr marL="433357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22262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4" kern="1200">
          <a:solidFill>
            <a:schemeClr val="tx1"/>
          </a:solidFill>
          <a:latin typeface="+mn-lt"/>
          <a:ea typeface="+mn-ea"/>
          <a:cs typeface="+mn-cs"/>
        </a:defRPr>
      </a:lvl3pPr>
      <a:lvl4pPr marL="101116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4pPr>
      <a:lvl5pPr marL="1300071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5pPr>
      <a:lvl6pPr marL="158897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87788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166785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45569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1pPr>
      <a:lvl2pPr marL="288905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2pPr>
      <a:lvl3pPr marL="57780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3pPr>
      <a:lvl4pPr marL="866714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4pPr>
      <a:lvl5pPr marL="115561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5pPr>
      <a:lvl6pPr marL="144452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733428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02233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7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52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CEE263-E4E1-4817-BA1A-A5FACE707D38}"/>
              </a:ext>
            </a:extLst>
          </p:cNvPr>
          <p:cNvSpPr txBox="1"/>
          <p:nvPr/>
        </p:nvSpPr>
        <p:spPr>
          <a:xfrm>
            <a:off x="3476231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0.57 </a:t>
            </a:r>
          </a:p>
          <a:p>
            <a:r>
              <a:rPr lang="en-GB" sz="1600" dirty="0"/>
              <a:t>    0.64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0.51</a:t>
            </a:r>
          </a:p>
          <a:p>
            <a:r>
              <a:rPr lang="en-GB" sz="1600" dirty="0"/>
              <a:t>0.49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9DFB2-0FA1-4941-B353-A01BFCAB9CDB}"/>
              </a:ext>
            </a:extLst>
          </p:cNvPr>
          <p:cNvSpPr txBox="1"/>
          <p:nvPr/>
        </p:nvSpPr>
        <p:spPr>
          <a:xfrm>
            <a:off x="3362876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 </a:t>
            </a:r>
          </a:p>
          <a:p>
            <a:r>
              <a:rPr lang="en-GB" sz="1600" dirty="0"/>
              <a:t>      0.70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0.48</a:t>
            </a:r>
          </a:p>
          <a:p>
            <a:r>
              <a:rPr lang="en-GB" sz="1600" dirty="0"/>
              <a:t>  0.69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16348A-054D-4E6E-BAE9-903FC76EEA9B}"/>
              </a:ext>
            </a:extLst>
          </p:cNvPr>
          <p:cNvSpPr txBox="1"/>
          <p:nvPr/>
        </p:nvSpPr>
        <p:spPr>
          <a:xfrm>
            <a:off x="3362876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0.56 </a:t>
            </a:r>
          </a:p>
          <a:p>
            <a:r>
              <a:rPr lang="en-GB" sz="1600" dirty="0"/>
              <a:t>      0.63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0.58</a:t>
            </a:r>
          </a:p>
          <a:p>
            <a:r>
              <a:rPr lang="en-GB" sz="1600" dirty="0"/>
              <a:t>0.58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1333979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1418365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361249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</p:spTree>
    <p:extLst>
      <p:ext uri="{BB962C8B-B14F-4D97-AF65-F5344CB8AC3E}">
        <p14:creationId xmlns:p14="http://schemas.microsoft.com/office/powerpoint/2010/main" val="378107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1333979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1418365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361249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442C8251-0641-404F-9409-AAAF008CDC67}"/>
              </a:ext>
            </a:extLst>
          </p:cNvPr>
          <p:cNvSpPr/>
          <p:nvPr/>
        </p:nvSpPr>
        <p:spPr>
          <a:xfrm>
            <a:off x="1696892" y="3447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ABB2E61B-99E4-4468-91BE-5B6FB192DB29}"/>
              </a:ext>
            </a:extLst>
          </p:cNvPr>
          <p:cNvSpPr/>
          <p:nvPr/>
        </p:nvSpPr>
        <p:spPr>
          <a:xfrm>
            <a:off x="1714055" y="23693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A1D3C6BD-FF13-41CC-B12B-93E24C5BE07F}"/>
              </a:ext>
            </a:extLst>
          </p:cNvPr>
          <p:cNvSpPr/>
          <p:nvPr/>
        </p:nvSpPr>
        <p:spPr>
          <a:xfrm>
            <a:off x="1696891" y="4416119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FFF23E-236F-435A-81B1-19C709637F49}"/>
              </a:ext>
            </a:extLst>
          </p:cNvPr>
          <p:cNvSpPr txBox="1"/>
          <p:nvPr/>
        </p:nvSpPr>
        <p:spPr>
          <a:xfrm>
            <a:off x="1807457" y="5313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4C1C4E-40AA-40FA-873F-D8144B080F1C}"/>
              </a:ext>
            </a:extLst>
          </p:cNvPr>
          <p:cNvSpPr txBox="1"/>
          <p:nvPr/>
        </p:nvSpPr>
        <p:spPr>
          <a:xfrm>
            <a:off x="1851940" y="2096351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EF1707-4F12-45BA-9AEA-3FB3DA275942}"/>
              </a:ext>
            </a:extLst>
          </p:cNvPr>
          <p:cNvSpPr txBox="1"/>
          <p:nvPr/>
        </p:nvSpPr>
        <p:spPr>
          <a:xfrm>
            <a:off x="1927431" y="42033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BEE01B-8CA3-4D12-ABAD-4EA2D2BC16C8}"/>
              </a:ext>
            </a:extLst>
          </p:cNvPr>
          <p:cNvSpPr txBox="1"/>
          <p:nvPr/>
        </p:nvSpPr>
        <p:spPr>
          <a:xfrm>
            <a:off x="4978499" y="107229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0.68</a:t>
            </a:r>
          </a:p>
          <a:p>
            <a:endParaRPr lang="en-GB" sz="1600" dirty="0"/>
          </a:p>
          <a:p>
            <a:r>
              <a:rPr lang="en-GB" sz="1600" dirty="0"/>
              <a:t>0.60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  <a:p>
            <a:endParaRPr lang="en-GB" sz="1600" dirty="0"/>
          </a:p>
          <a:p>
            <a:r>
              <a:rPr lang="en-GB" sz="1600" dirty="0"/>
              <a:t>0.76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EE6797-20B6-436D-9339-42351F566864}"/>
              </a:ext>
            </a:extLst>
          </p:cNvPr>
          <p:cNvSpPr txBox="1"/>
          <p:nvPr/>
        </p:nvSpPr>
        <p:spPr>
          <a:xfrm>
            <a:off x="4957517" y="2108141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0.63</a:t>
            </a:r>
          </a:p>
          <a:p>
            <a:endParaRPr lang="en-GB" sz="1600" dirty="0"/>
          </a:p>
          <a:p>
            <a:r>
              <a:rPr lang="en-GB" sz="1600" dirty="0"/>
              <a:t>0.51</a:t>
            </a:r>
          </a:p>
          <a:p>
            <a:endParaRPr lang="en-GB" sz="1600" dirty="0"/>
          </a:p>
          <a:p>
            <a:r>
              <a:rPr lang="en-GB" sz="1600" dirty="0"/>
              <a:t>0.77</a:t>
            </a:r>
          </a:p>
          <a:p>
            <a:endParaRPr lang="en-GB" sz="1600" dirty="0"/>
          </a:p>
          <a:p>
            <a:r>
              <a:rPr lang="en-GB" sz="1600" dirty="0"/>
              <a:t>0.53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92CD87-59D2-48F6-8CEA-420B2716ABD9}"/>
              </a:ext>
            </a:extLst>
          </p:cNvPr>
          <p:cNvSpPr txBox="1"/>
          <p:nvPr/>
        </p:nvSpPr>
        <p:spPr>
          <a:xfrm>
            <a:off x="4975021" y="4168236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0.69</a:t>
            </a:r>
          </a:p>
          <a:p>
            <a:endParaRPr lang="en-GB" sz="1600" dirty="0"/>
          </a:p>
          <a:p>
            <a:r>
              <a:rPr lang="en-GB" sz="1600" dirty="0"/>
              <a:t>0.60</a:t>
            </a:r>
          </a:p>
          <a:p>
            <a:endParaRPr lang="en-GB" sz="1600" dirty="0"/>
          </a:p>
          <a:p>
            <a:r>
              <a:rPr lang="en-GB" sz="1600" dirty="0"/>
              <a:t>0.67</a:t>
            </a:r>
          </a:p>
          <a:p>
            <a:endParaRPr lang="en-GB" sz="1600" dirty="0"/>
          </a:p>
          <a:p>
            <a:r>
              <a:rPr lang="en-GB" sz="1600" dirty="0"/>
              <a:t>0.67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192E-4737-3558-B4AB-8B20CBC45291}"/>
              </a:ext>
            </a:extLst>
          </p:cNvPr>
          <p:cNvSpPr txBox="1"/>
          <p:nvPr/>
        </p:nvSpPr>
        <p:spPr>
          <a:xfrm>
            <a:off x="3476231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0.57 </a:t>
            </a:r>
          </a:p>
          <a:p>
            <a:r>
              <a:rPr lang="en-GB" sz="1600" dirty="0"/>
              <a:t>    0.64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0.51</a:t>
            </a:r>
          </a:p>
          <a:p>
            <a:r>
              <a:rPr lang="en-GB" sz="1600" dirty="0"/>
              <a:t>0.49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7A7FB-D6FD-E827-03CD-94A42694C5D6}"/>
              </a:ext>
            </a:extLst>
          </p:cNvPr>
          <p:cNvSpPr txBox="1"/>
          <p:nvPr/>
        </p:nvSpPr>
        <p:spPr>
          <a:xfrm>
            <a:off x="3362876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 </a:t>
            </a:r>
          </a:p>
          <a:p>
            <a:r>
              <a:rPr lang="en-GB" sz="1600" dirty="0"/>
              <a:t>      0.70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0.48</a:t>
            </a:r>
          </a:p>
          <a:p>
            <a:r>
              <a:rPr lang="en-GB" sz="1600" dirty="0"/>
              <a:t>  0.69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FD989-EB83-201D-396A-6D9B99648573}"/>
              </a:ext>
            </a:extLst>
          </p:cNvPr>
          <p:cNvSpPr txBox="1"/>
          <p:nvPr/>
        </p:nvSpPr>
        <p:spPr>
          <a:xfrm>
            <a:off x="3362876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0.56 </a:t>
            </a:r>
          </a:p>
          <a:p>
            <a:r>
              <a:rPr lang="en-GB" sz="1600" dirty="0"/>
              <a:t>      0.63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0.58</a:t>
            </a:r>
          </a:p>
          <a:p>
            <a:r>
              <a:rPr lang="en-GB" sz="1600" dirty="0"/>
              <a:t>0.58</a:t>
            </a:r>
          </a:p>
        </p:txBody>
      </p:sp>
    </p:spTree>
    <p:extLst>
      <p:ext uri="{BB962C8B-B14F-4D97-AF65-F5344CB8AC3E}">
        <p14:creationId xmlns:p14="http://schemas.microsoft.com/office/powerpoint/2010/main" val="320311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861574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861574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861574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3381857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3381857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3381856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3381856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3381854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3381854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3381855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3381856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3381851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3381851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3381852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3381853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2334774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2334774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2334774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2334774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2334774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2334774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2334774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2334774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2334774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2334774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2334774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2334774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3735576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3746643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3746642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3746642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3735967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3747034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3747033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3747033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3746642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3757709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3757708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3757708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861574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861574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861574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472481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556867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0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442C8251-0641-404F-9409-AAAF008CDC67}"/>
              </a:ext>
            </a:extLst>
          </p:cNvPr>
          <p:cNvSpPr/>
          <p:nvPr/>
        </p:nvSpPr>
        <p:spPr>
          <a:xfrm>
            <a:off x="835394" y="3447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ABB2E61B-99E4-4468-91BE-5B6FB192DB29}"/>
              </a:ext>
            </a:extLst>
          </p:cNvPr>
          <p:cNvSpPr/>
          <p:nvPr/>
        </p:nvSpPr>
        <p:spPr>
          <a:xfrm>
            <a:off x="852557" y="23693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A1D3C6BD-FF13-41CC-B12B-93E24C5BE07F}"/>
              </a:ext>
            </a:extLst>
          </p:cNvPr>
          <p:cNvSpPr/>
          <p:nvPr/>
        </p:nvSpPr>
        <p:spPr>
          <a:xfrm>
            <a:off x="835393" y="4416119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FFF23E-236F-435A-81B1-19C709637F49}"/>
              </a:ext>
            </a:extLst>
          </p:cNvPr>
          <p:cNvSpPr txBox="1"/>
          <p:nvPr/>
        </p:nvSpPr>
        <p:spPr>
          <a:xfrm>
            <a:off x="945959" y="5313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4C1C4E-40AA-40FA-873F-D8144B080F1C}"/>
              </a:ext>
            </a:extLst>
          </p:cNvPr>
          <p:cNvSpPr txBox="1"/>
          <p:nvPr/>
        </p:nvSpPr>
        <p:spPr>
          <a:xfrm>
            <a:off x="990442" y="2096351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EF1707-4F12-45BA-9AEA-3FB3DA275942}"/>
              </a:ext>
            </a:extLst>
          </p:cNvPr>
          <p:cNvSpPr txBox="1"/>
          <p:nvPr/>
        </p:nvSpPr>
        <p:spPr>
          <a:xfrm>
            <a:off x="1065933" y="42033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101" name="Arc 100">
            <a:extLst>
              <a:ext uri="{FF2B5EF4-FFF2-40B4-BE49-F238E27FC236}">
                <a16:creationId xmlns:a16="http://schemas.microsoft.com/office/drawing/2014/main" id="{45800668-AA14-40AE-BA54-50B41066A552}"/>
              </a:ext>
            </a:extLst>
          </p:cNvPr>
          <p:cNvSpPr/>
          <p:nvPr/>
        </p:nvSpPr>
        <p:spPr>
          <a:xfrm>
            <a:off x="4273075" y="2784062"/>
            <a:ext cx="778184" cy="935079"/>
          </a:xfrm>
          <a:prstGeom prst="arc">
            <a:avLst>
              <a:gd name="adj1" fmla="val 16029486"/>
              <a:gd name="adj2" fmla="val 5455290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8F433-AFA5-47C7-1895-28E0A7113BD8}"/>
              </a:ext>
            </a:extLst>
          </p:cNvPr>
          <p:cNvSpPr txBox="1"/>
          <p:nvPr/>
        </p:nvSpPr>
        <p:spPr>
          <a:xfrm>
            <a:off x="4094839" y="107229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0.68</a:t>
            </a:r>
          </a:p>
          <a:p>
            <a:endParaRPr lang="en-GB" sz="1600" dirty="0"/>
          </a:p>
          <a:p>
            <a:r>
              <a:rPr lang="en-GB" sz="1600" dirty="0"/>
              <a:t>0.60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  <a:p>
            <a:endParaRPr lang="en-GB" sz="1600" dirty="0"/>
          </a:p>
          <a:p>
            <a:r>
              <a:rPr lang="en-GB" sz="1600" dirty="0"/>
              <a:t>0.76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69A22-DD34-221E-E979-348AD71839DB}"/>
              </a:ext>
            </a:extLst>
          </p:cNvPr>
          <p:cNvSpPr txBox="1"/>
          <p:nvPr/>
        </p:nvSpPr>
        <p:spPr>
          <a:xfrm>
            <a:off x="4073857" y="2108141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0.63</a:t>
            </a:r>
          </a:p>
          <a:p>
            <a:endParaRPr lang="en-GB" sz="1600" dirty="0"/>
          </a:p>
          <a:p>
            <a:r>
              <a:rPr lang="en-GB" sz="1600" dirty="0"/>
              <a:t>0.51</a:t>
            </a:r>
          </a:p>
          <a:p>
            <a:endParaRPr lang="en-GB" sz="1600" dirty="0"/>
          </a:p>
          <a:p>
            <a:r>
              <a:rPr lang="en-GB" sz="1600" dirty="0"/>
              <a:t>0.77</a:t>
            </a:r>
          </a:p>
          <a:p>
            <a:endParaRPr lang="en-GB" sz="1600" dirty="0"/>
          </a:p>
          <a:p>
            <a:r>
              <a:rPr lang="en-GB" sz="1600" dirty="0"/>
              <a:t>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DD7FB-6EF6-1813-8269-968B7D99EEC8}"/>
              </a:ext>
            </a:extLst>
          </p:cNvPr>
          <p:cNvSpPr txBox="1"/>
          <p:nvPr/>
        </p:nvSpPr>
        <p:spPr>
          <a:xfrm>
            <a:off x="4091361" y="4168236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0.69</a:t>
            </a:r>
          </a:p>
          <a:p>
            <a:endParaRPr lang="en-GB" sz="1600" dirty="0"/>
          </a:p>
          <a:p>
            <a:r>
              <a:rPr lang="en-GB" sz="1600" dirty="0"/>
              <a:t>0.60</a:t>
            </a:r>
          </a:p>
          <a:p>
            <a:endParaRPr lang="en-GB" sz="1600" dirty="0"/>
          </a:p>
          <a:p>
            <a:r>
              <a:rPr lang="en-GB" sz="1600" dirty="0"/>
              <a:t>0.67</a:t>
            </a:r>
          </a:p>
          <a:p>
            <a:endParaRPr lang="en-GB" sz="1600" dirty="0"/>
          </a:p>
          <a:p>
            <a:r>
              <a:rPr lang="en-GB" sz="1600" dirty="0"/>
              <a:t>0.67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AEA3A-F08E-8088-E1E0-6A9E22AA3CFA}"/>
              </a:ext>
            </a:extLst>
          </p:cNvPr>
          <p:cNvSpPr txBox="1"/>
          <p:nvPr/>
        </p:nvSpPr>
        <p:spPr>
          <a:xfrm>
            <a:off x="2592571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0.57 </a:t>
            </a:r>
          </a:p>
          <a:p>
            <a:r>
              <a:rPr lang="en-GB" sz="1600" dirty="0"/>
              <a:t>    0.64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0.51</a:t>
            </a:r>
          </a:p>
          <a:p>
            <a:r>
              <a:rPr lang="en-GB" sz="1600" dirty="0"/>
              <a:t>0.49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DE088-1889-3196-7C14-A5F8509912CF}"/>
              </a:ext>
            </a:extLst>
          </p:cNvPr>
          <p:cNvSpPr txBox="1"/>
          <p:nvPr/>
        </p:nvSpPr>
        <p:spPr>
          <a:xfrm>
            <a:off x="2479216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 </a:t>
            </a:r>
          </a:p>
          <a:p>
            <a:r>
              <a:rPr lang="en-GB" sz="1600" dirty="0"/>
              <a:t>      0.70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0.48</a:t>
            </a:r>
          </a:p>
          <a:p>
            <a:r>
              <a:rPr lang="en-GB" sz="1600" dirty="0"/>
              <a:t>  0.69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4001E-748E-005F-E232-9024C65949CB}"/>
              </a:ext>
            </a:extLst>
          </p:cNvPr>
          <p:cNvSpPr txBox="1"/>
          <p:nvPr/>
        </p:nvSpPr>
        <p:spPr>
          <a:xfrm>
            <a:off x="2479216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0.56 </a:t>
            </a:r>
          </a:p>
          <a:p>
            <a:r>
              <a:rPr lang="en-GB" sz="1600" dirty="0"/>
              <a:t>      0.63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0.58</a:t>
            </a:r>
          </a:p>
          <a:p>
            <a:r>
              <a:rPr lang="en-GB" sz="1600" dirty="0"/>
              <a:t>0.58</a:t>
            </a:r>
          </a:p>
        </p:txBody>
      </p:sp>
    </p:spTree>
    <p:extLst>
      <p:ext uri="{BB962C8B-B14F-4D97-AF65-F5344CB8AC3E}">
        <p14:creationId xmlns:p14="http://schemas.microsoft.com/office/powerpoint/2010/main" val="343667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1176</TotalTime>
  <Words>171</Words>
  <Application>Microsoft Office PowerPoint</Application>
  <PresentationFormat>Custom</PresentationFormat>
  <Paragraphs>162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5</cp:revision>
  <dcterms:created xsi:type="dcterms:W3CDTF">2025-11-04T14:48:07Z</dcterms:created>
  <dcterms:modified xsi:type="dcterms:W3CDTF">2026-08-26T08:49:33Z</dcterms:modified>
</cp:coreProperties>
</file>