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  <p:sldId id="264" r:id="rId10"/>
  </p:sldIdLst>
  <p:sldSz cx="12192000" cy="4319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90" d="100"/>
          <a:sy n="90" d="100"/>
        </p:scale>
        <p:origin x="126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706933"/>
            <a:ext cx="9144000" cy="1503857"/>
          </a:xfrm>
        </p:spPr>
        <p:txBody>
          <a:bodyPr anchor="b"/>
          <a:lstStyle>
            <a:lvl1pPr algn="ctr">
              <a:defRPr sz="37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268784"/>
            <a:ext cx="9144000" cy="1042900"/>
          </a:xfrm>
        </p:spPr>
        <p:txBody>
          <a:bodyPr/>
          <a:lstStyle>
            <a:lvl1pPr marL="0" indent="0" algn="ctr">
              <a:buNone/>
              <a:defRPr sz="1512"/>
            </a:lvl1pPr>
            <a:lvl2pPr marL="287990" indent="0" algn="ctr">
              <a:buNone/>
              <a:defRPr sz="1260"/>
            </a:lvl2pPr>
            <a:lvl3pPr marL="575981" indent="0" algn="ctr">
              <a:buNone/>
              <a:defRPr sz="1134"/>
            </a:lvl3pPr>
            <a:lvl4pPr marL="863971" indent="0" algn="ctr">
              <a:buNone/>
              <a:defRPr sz="1008"/>
            </a:lvl4pPr>
            <a:lvl5pPr marL="1151961" indent="0" algn="ctr">
              <a:buNone/>
              <a:defRPr sz="1008"/>
            </a:lvl5pPr>
            <a:lvl6pPr marL="1439951" indent="0" algn="ctr">
              <a:buNone/>
              <a:defRPr sz="1008"/>
            </a:lvl6pPr>
            <a:lvl7pPr marL="1727942" indent="0" algn="ctr">
              <a:buNone/>
              <a:defRPr sz="1008"/>
            </a:lvl7pPr>
            <a:lvl8pPr marL="2015932" indent="0" algn="ctr">
              <a:buNone/>
              <a:defRPr sz="1008"/>
            </a:lvl8pPr>
            <a:lvl9pPr marL="2303922" indent="0" algn="ctr">
              <a:buNone/>
              <a:defRPr sz="100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31E2C-BFD0-4A74-B62A-BA7494EC057D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71AB4-9EFF-4CC0-9603-38DA26FDF9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8135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31E2C-BFD0-4A74-B62A-BA7494EC057D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71AB4-9EFF-4CC0-9603-38DA26FDF9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651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076898"/>
            <a:ext cx="10515600" cy="1796828"/>
          </a:xfrm>
        </p:spPr>
        <p:txBody>
          <a:bodyPr anchor="b"/>
          <a:lstStyle>
            <a:lvl1pPr>
              <a:defRPr sz="37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2890725"/>
            <a:ext cx="10515600" cy="944910"/>
          </a:xfrm>
        </p:spPr>
        <p:txBody>
          <a:bodyPr/>
          <a:lstStyle>
            <a:lvl1pPr marL="0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1pPr>
            <a:lvl2pPr marL="28799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2pPr>
            <a:lvl3pPr marL="575981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3pPr>
            <a:lvl4pPr marL="86397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4pPr>
            <a:lvl5pPr marL="115196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5pPr>
            <a:lvl6pPr marL="143995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6pPr>
            <a:lvl7pPr marL="172794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7pPr>
            <a:lvl8pPr marL="201593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8pPr>
            <a:lvl9pPr marL="230392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31E2C-BFD0-4A74-B62A-BA7494EC057D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71AB4-9EFF-4CC0-9603-38DA26FDF9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4663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149890"/>
            <a:ext cx="5181600" cy="27407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149890"/>
            <a:ext cx="5181600" cy="27407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31E2C-BFD0-4A74-B62A-BA7494EC057D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71AB4-9EFF-4CC0-9603-38DA26FDF9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7836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29978"/>
            <a:ext cx="10515600" cy="8349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058899"/>
            <a:ext cx="5157787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577849"/>
            <a:ext cx="5157787" cy="23207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058899"/>
            <a:ext cx="5183188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577849"/>
            <a:ext cx="5183188" cy="23207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31E2C-BFD0-4A74-B62A-BA7494EC057D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71AB4-9EFF-4CC0-9603-38DA26FDF9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8420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31E2C-BFD0-4A74-B62A-BA7494EC057D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71AB4-9EFF-4CC0-9603-38DA26FDF9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6595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31E2C-BFD0-4A74-B62A-BA7494EC057D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71AB4-9EFF-4CC0-9603-38DA26FDF9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8081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287972"/>
            <a:ext cx="3932237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621941"/>
            <a:ext cx="6172200" cy="3069707"/>
          </a:xfrm>
        </p:spPr>
        <p:txBody>
          <a:bodyPr/>
          <a:lstStyle>
            <a:lvl1pPr>
              <a:defRPr sz="2016"/>
            </a:lvl1pPr>
            <a:lvl2pPr>
              <a:defRPr sz="1764"/>
            </a:lvl2pPr>
            <a:lvl3pPr>
              <a:defRPr sz="1512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295877"/>
            <a:ext cx="3932237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31E2C-BFD0-4A74-B62A-BA7494EC057D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71AB4-9EFF-4CC0-9603-38DA26FDF9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7438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287972"/>
            <a:ext cx="3932237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621941"/>
            <a:ext cx="6172200" cy="3069707"/>
          </a:xfrm>
        </p:spPr>
        <p:txBody>
          <a:bodyPr anchor="t"/>
          <a:lstStyle>
            <a:lvl1pPr marL="0" indent="0">
              <a:buNone/>
              <a:defRPr sz="2016"/>
            </a:lvl1pPr>
            <a:lvl2pPr marL="287990" indent="0">
              <a:buNone/>
              <a:defRPr sz="1764"/>
            </a:lvl2pPr>
            <a:lvl3pPr marL="575981" indent="0">
              <a:buNone/>
              <a:defRPr sz="1512"/>
            </a:lvl3pPr>
            <a:lvl4pPr marL="863971" indent="0">
              <a:buNone/>
              <a:defRPr sz="1260"/>
            </a:lvl4pPr>
            <a:lvl5pPr marL="1151961" indent="0">
              <a:buNone/>
              <a:defRPr sz="1260"/>
            </a:lvl5pPr>
            <a:lvl6pPr marL="1439951" indent="0">
              <a:buNone/>
              <a:defRPr sz="1260"/>
            </a:lvl6pPr>
            <a:lvl7pPr marL="1727942" indent="0">
              <a:buNone/>
              <a:defRPr sz="1260"/>
            </a:lvl7pPr>
            <a:lvl8pPr marL="2015932" indent="0">
              <a:buNone/>
              <a:defRPr sz="1260"/>
            </a:lvl8pPr>
            <a:lvl9pPr marL="2303922" indent="0">
              <a:buNone/>
              <a:defRPr sz="12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295877"/>
            <a:ext cx="3932237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31E2C-BFD0-4A74-B62A-BA7494EC057D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71AB4-9EFF-4CC0-9603-38DA26FDF9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6572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31E2C-BFD0-4A74-B62A-BA7494EC057D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71AB4-9EFF-4CC0-9603-38DA26FDF9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5289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29978"/>
            <a:ext cx="2628900" cy="366065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29978"/>
            <a:ext cx="7734300" cy="36606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31E2C-BFD0-4A74-B62A-BA7494EC057D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71AB4-9EFF-4CC0-9603-38DA26FDF9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6564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29978"/>
            <a:ext cx="10515600" cy="834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149890"/>
            <a:ext cx="10515600" cy="2740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4003618"/>
            <a:ext cx="2743200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831E2C-BFD0-4A74-B62A-BA7494EC057D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4003618"/>
            <a:ext cx="4114800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4003618"/>
            <a:ext cx="2743200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E71AB4-9EFF-4CC0-9603-38DA26FDF9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881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75981" rtl="0" eaLnBrk="1" latinLnBrk="0" hangingPunct="1">
        <a:lnSpc>
          <a:spcPct val="90000"/>
        </a:lnSpc>
        <a:spcBef>
          <a:spcPct val="0"/>
        </a:spcBef>
        <a:buNone/>
        <a:defRPr sz="27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3995" indent="-143995" algn="l" defTabSz="575981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1pPr>
      <a:lvl2pPr marL="431985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1997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100796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29595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58394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87193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15992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44791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1pPr>
      <a:lvl2pPr marL="28799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7598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3pPr>
      <a:lvl4pPr marL="86397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15196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43995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72794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01593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30392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3679C58-CC37-45D9-9595-F552B6CD8136}"/>
              </a:ext>
            </a:extLst>
          </p:cNvPr>
          <p:cNvSpPr/>
          <p:nvPr/>
        </p:nvSpPr>
        <p:spPr>
          <a:xfrm>
            <a:off x="5150603" y="1309607"/>
            <a:ext cx="1890793" cy="146459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SCORE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8F843EA-24E0-45D1-A1F6-2BA1CFCA9010}"/>
              </a:ext>
            </a:extLst>
          </p:cNvPr>
          <p:cNvSpPr/>
          <p:nvPr/>
        </p:nvSpPr>
        <p:spPr>
          <a:xfrm>
            <a:off x="1314773" y="1239864"/>
            <a:ext cx="1805553" cy="1604075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TRUTH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60FEDF8-6CFC-465D-82C0-B18172D83011}"/>
              </a:ext>
            </a:extLst>
          </p:cNvPr>
          <p:cNvSpPr/>
          <p:nvPr/>
        </p:nvSpPr>
        <p:spPr>
          <a:xfrm>
            <a:off x="9071673" y="1237644"/>
            <a:ext cx="1805553" cy="1604075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ERROR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F429E3C-7167-4C2A-B2DF-BACB9A4695C5}"/>
              </a:ext>
            </a:extLst>
          </p:cNvPr>
          <p:cNvCxnSpPr>
            <a:stCxn id="5" idx="6"/>
            <a:endCxn id="4" idx="1"/>
          </p:cNvCxnSpPr>
          <p:nvPr/>
        </p:nvCxnSpPr>
        <p:spPr>
          <a:xfrm>
            <a:off x="3120326" y="2041902"/>
            <a:ext cx="203027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E5C6824-9534-45F4-9FF2-47C3429B174A}"/>
              </a:ext>
            </a:extLst>
          </p:cNvPr>
          <p:cNvCxnSpPr>
            <a:stCxn id="6" idx="2"/>
            <a:endCxn id="4" idx="3"/>
          </p:cNvCxnSpPr>
          <p:nvPr/>
        </p:nvCxnSpPr>
        <p:spPr>
          <a:xfrm flipH="1">
            <a:off x="7041396" y="2039682"/>
            <a:ext cx="2030277" cy="222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2B8A48D-6352-47E3-9F60-1104A9E0777D}"/>
              </a:ext>
            </a:extLst>
          </p:cNvPr>
          <p:cNvSpPr txBox="1"/>
          <p:nvPr/>
        </p:nvSpPr>
        <p:spPr>
          <a:xfrm>
            <a:off x="3984621" y="1631604"/>
            <a:ext cx="301686" cy="369332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119655-058F-4FF1-B8E5-3805F11C2023}"/>
              </a:ext>
            </a:extLst>
          </p:cNvPr>
          <p:cNvSpPr txBox="1"/>
          <p:nvPr/>
        </p:nvSpPr>
        <p:spPr>
          <a:xfrm>
            <a:off x="7905691" y="1631604"/>
            <a:ext cx="301686" cy="369332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47263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3679C58-CC37-45D9-9595-F552B6CD8136}"/>
              </a:ext>
            </a:extLst>
          </p:cNvPr>
          <p:cNvSpPr/>
          <p:nvPr/>
        </p:nvSpPr>
        <p:spPr>
          <a:xfrm>
            <a:off x="5150603" y="1309607"/>
            <a:ext cx="1890793" cy="146459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SCORE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8F843EA-24E0-45D1-A1F6-2BA1CFCA9010}"/>
              </a:ext>
            </a:extLst>
          </p:cNvPr>
          <p:cNvSpPr/>
          <p:nvPr/>
        </p:nvSpPr>
        <p:spPr>
          <a:xfrm>
            <a:off x="1314773" y="1239864"/>
            <a:ext cx="1805553" cy="1604075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TRUTH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60FEDF8-6CFC-465D-82C0-B18172D83011}"/>
              </a:ext>
            </a:extLst>
          </p:cNvPr>
          <p:cNvSpPr/>
          <p:nvPr/>
        </p:nvSpPr>
        <p:spPr>
          <a:xfrm>
            <a:off x="9071673" y="1237644"/>
            <a:ext cx="1805553" cy="1604075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ERROR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F429E3C-7167-4C2A-B2DF-BACB9A4695C5}"/>
              </a:ext>
            </a:extLst>
          </p:cNvPr>
          <p:cNvCxnSpPr>
            <a:stCxn id="5" idx="6"/>
            <a:endCxn id="4" idx="1"/>
          </p:cNvCxnSpPr>
          <p:nvPr/>
        </p:nvCxnSpPr>
        <p:spPr>
          <a:xfrm>
            <a:off x="3120326" y="2041902"/>
            <a:ext cx="203027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E5C6824-9534-45F4-9FF2-47C3429B174A}"/>
              </a:ext>
            </a:extLst>
          </p:cNvPr>
          <p:cNvCxnSpPr>
            <a:stCxn id="6" idx="2"/>
            <a:endCxn id="4" idx="3"/>
          </p:cNvCxnSpPr>
          <p:nvPr/>
        </p:nvCxnSpPr>
        <p:spPr>
          <a:xfrm flipH="1">
            <a:off x="7041396" y="2039682"/>
            <a:ext cx="2030277" cy="222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456E4F1-DE66-4E9D-809D-41B4EE6071B1}"/>
              </a:ext>
            </a:extLst>
          </p:cNvPr>
          <p:cNvSpPr txBox="1"/>
          <p:nvPr/>
        </p:nvSpPr>
        <p:spPr>
          <a:xfrm>
            <a:off x="3984621" y="1631604"/>
            <a:ext cx="301686" cy="369332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0CCAA3-8FA8-4FC4-8897-676AAB56C698}"/>
              </a:ext>
            </a:extLst>
          </p:cNvPr>
          <p:cNvSpPr txBox="1"/>
          <p:nvPr/>
        </p:nvSpPr>
        <p:spPr>
          <a:xfrm>
            <a:off x="7905691" y="1631604"/>
            <a:ext cx="301686" cy="369332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C2E09663-D1F4-4EE0-BE9B-ABB78BF0BC0E}"/>
              </a:ext>
            </a:extLst>
          </p:cNvPr>
          <p:cNvCxnSpPr>
            <a:cxnSpLocks/>
            <a:stCxn id="5" idx="2"/>
            <a:endCxn id="5" idx="3"/>
          </p:cNvCxnSpPr>
          <p:nvPr/>
        </p:nvCxnSpPr>
        <p:spPr>
          <a:xfrm rot="10800000" flipH="1" flipV="1">
            <a:off x="1314772" y="2041902"/>
            <a:ext cx="264417" cy="567126"/>
          </a:xfrm>
          <a:prstGeom prst="curvedConnector4">
            <a:avLst>
              <a:gd name="adj1" fmla="val -250571"/>
              <a:gd name="adj2" fmla="val 18173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FBD55DE1-401C-4871-9944-22845DD34446}"/>
              </a:ext>
            </a:extLst>
          </p:cNvPr>
          <p:cNvCxnSpPr>
            <a:cxnSpLocks/>
            <a:stCxn id="6" idx="6"/>
            <a:endCxn id="6" idx="5"/>
          </p:cNvCxnSpPr>
          <p:nvPr/>
        </p:nvCxnSpPr>
        <p:spPr>
          <a:xfrm flipH="1">
            <a:off x="10612809" y="2039682"/>
            <a:ext cx="264417" cy="567126"/>
          </a:xfrm>
          <a:prstGeom prst="curvedConnector4">
            <a:avLst>
              <a:gd name="adj1" fmla="val -227125"/>
              <a:gd name="adj2" fmla="val 18173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39338A5-A70C-44C9-878E-A4DC54E0B211}"/>
                  </a:ext>
                </a:extLst>
              </p:cNvPr>
              <p:cNvSpPr txBox="1"/>
              <p:nvPr/>
            </p:nvSpPr>
            <p:spPr>
              <a:xfrm>
                <a:off x="302217" y="2655129"/>
                <a:ext cx="493084" cy="3731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39338A5-A70C-44C9-878E-A4DC54E0B2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217" y="2655129"/>
                <a:ext cx="493084" cy="373179"/>
              </a:xfrm>
              <a:prstGeom prst="rect">
                <a:avLst/>
              </a:prstGeom>
              <a:blipFill>
                <a:blip r:embed="rId2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D0F6170-CC69-477C-8734-7EE6DEF2F150}"/>
                  </a:ext>
                </a:extLst>
              </p:cNvPr>
              <p:cNvSpPr txBox="1"/>
              <p:nvPr/>
            </p:nvSpPr>
            <p:spPr>
              <a:xfrm>
                <a:off x="11342176" y="2655129"/>
                <a:ext cx="493084" cy="3731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D0F6170-CC69-477C-8734-7EE6DEF2F1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2176" y="2655129"/>
                <a:ext cx="493084" cy="373179"/>
              </a:xfrm>
              <a:prstGeom prst="rect">
                <a:avLst/>
              </a:prstGeom>
              <a:blipFill>
                <a:blip r:embed="rId3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1460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3679C58-CC37-45D9-9595-F552B6CD8136}"/>
              </a:ext>
            </a:extLst>
          </p:cNvPr>
          <p:cNvSpPr/>
          <p:nvPr/>
        </p:nvSpPr>
        <p:spPr>
          <a:xfrm>
            <a:off x="5150603" y="278977"/>
            <a:ext cx="1890793" cy="146459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SCORE 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8F843EA-24E0-45D1-A1F6-2BA1CFCA9010}"/>
              </a:ext>
            </a:extLst>
          </p:cNvPr>
          <p:cNvSpPr/>
          <p:nvPr/>
        </p:nvSpPr>
        <p:spPr>
          <a:xfrm>
            <a:off x="1314773" y="1239864"/>
            <a:ext cx="1805553" cy="1604075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TRUTH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60FEDF8-6CFC-465D-82C0-B18172D83011}"/>
              </a:ext>
            </a:extLst>
          </p:cNvPr>
          <p:cNvSpPr/>
          <p:nvPr/>
        </p:nvSpPr>
        <p:spPr>
          <a:xfrm>
            <a:off x="9071673" y="207014"/>
            <a:ext cx="1805553" cy="1604075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ERROR 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F429E3C-7167-4C2A-B2DF-BACB9A4695C5}"/>
              </a:ext>
            </a:extLst>
          </p:cNvPr>
          <p:cNvCxnSpPr>
            <a:stCxn id="5" idx="6"/>
            <a:endCxn id="4" idx="1"/>
          </p:cNvCxnSpPr>
          <p:nvPr/>
        </p:nvCxnSpPr>
        <p:spPr>
          <a:xfrm flipV="1">
            <a:off x="3120326" y="1011272"/>
            <a:ext cx="2030277" cy="103063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E5C6824-9534-45F4-9FF2-47C3429B174A}"/>
              </a:ext>
            </a:extLst>
          </p:cNvPr>
          <p:cNvCxnSpPr>
            <a:stCxn id="6" idx="2"/>
            <a:endCxn id="4" idx="3"/>
          </p:cNvCxnSpPr>
          <p:nvPr/>
        </p:nvCxnSpPr>
        <p:spPr>
          <a:xfrm flipH="1">
            <a:off x="7041396" y="1009052"/>
            <a:ext cx="2030277" cy="222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456E4F1-DE66-4E9D-809D-41B4EE6071B1}"/>
              </a:ext>
            </a:extLst>
          </p:cNvPr>
          <p:cNvSpPr txBox="1"/>
          <p:nvPr/>
        </p:nvSpPr>
        <p:spPr>
          <a:xfrm>
            <a:off x="3914879" y="1196469"/>
            <a:ext cx="301686" cy="369332"/>
          </a:xfrm>
          <a:prstGeom prst="rect">
            <a:avLst/>
          </a:prstGeom>
          <a:noFill/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0CCAA3-8FA8-4FC4-8897-676AAB56C698}"/>
              </a:ext>
            </a:extLst>
          </p:cNvPr>
          <p:cNvSpPr txBox="1"/>
          <p:nvPr/>
        </p:nvSpPr>
        <p:spPr>
          <a:xfrm>
            <a:off x="7905691" y="600974"/>
            <a:ext cx="301686" cy="369332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C2E09663-D1F4-4EE0-BE9B-ABB78BF0BC0E}"/>
              </a:ext>
            </a:extLst>
          </p:cNvPr>
          <p:cNvCxnSpPr>
            <a:cxnSpLocks/>
            <a:stCxn id="5" idx="2"/>
            <a:endCxn id="5" idx="3"/>
          </p:cNvCxnSpPr>
          <p:nvPr/>
        </p:nvCxnSpPr>
        <p:spPr>
          <a:xfrm rot="10800000" flipH="1" flipV="1">
            <a:off x="1314772" y="2041902"/>
            <a:ext cx="264417" cy="567126"/>
          </a:xfrm>
          <a:prstGeom prst="curvedConnector4">
            <a:avLst>
              <a:gd name="adj1" fmla="val -250571"/>
              <a:gd name="adj2" fmla="val 18173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FBD55DE1-401C-4871-9944-22845DD34446}"/>
              </a:ext>
            </a:extLst>
          </p:cNvPr>
          <p:cNvCxnSpPr>
            <a:cxnSpLocks/>
            <a:stCxn id="6" idx="6"/>
            <a:endCxn id="6" idx="5"/>
          </p:cNvCxnSpPr>
          <p:nvPr/>
        </p:nvCxnSpPr>
        <p:spPr>
          <a:xfrm flipH="1">
            <a:off x="10612809" y="1009052"/>
            <a:ext cx="264417" cy="567126"/>
          </a:xfrm>
          <a:prstGeom prst="curvedConnector4">
            <a:avLst>
              <a:gd name="adj1" fmla="val -227125"/>
              <a:gd name="adj2" fmla="val 18173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599956DB-86B7-4C47-A148-3B43F22866A1}"/>
              </a:ext>
            </a:extLst>
          </p:cNvPr>
          <p:cNvSpPr/>
          <p:nvPr/>
        </p:nvSpPr>
        <p:spPr>
          <a:xfrm>
            <a:off x="5155772" y="2322165"/>
            <a:ext cx="1890793" cy="146459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SCORE 2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DE0B9F1-A3D1-42C9-8AD6-7EF820230F07}"/>
              </a:ext>
            </a:extLst>
          </p:cNvPr>
          <p:cNvSpPr/>
          <p:nvPr/>
        </p:nvSpPr>
        <p:spPr>
          <a:xfrm>
            <a:off x="9076842" y="2250202"/>
            <a:ext cx="1805553" cy="1604075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ERROR 2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8573A8B-D30A-4AAA-A2DF-FE7A0EF9C6ED}"/>
              </a:ext>
            </a:extLst>
          </p:cNvPr>
          <p:cNvCxnSpPr>
            <a:stCxn id="16" idx="2"/>
            <a:endCxn id="14" idx="3"/>
          </p:cNvCxnSpPr>
          <p:nvPr/>
        </p:nvCxnSpPr>
        <p:spPr>
          <a:xfrm flipH="1">
            <a:off x="7046565" y="3052240"/>
            <a:ext cx="2030277" cy="222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A926A9B-BB56-4641-BBC0-A1F0E5BE4B00}"/>
              </a:ext>
            </a:extLst>
          </p:cNvPr>
          <p:cNvSpPr txBox="1"/>
          <p:nvPr/>
        </p:nvSpPr>
        <p:spPr>
          <a:xfrm>
            <a:off x="7910860" y="2644162"/>
            <a:ext cx="301686" cy="369332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AA9EC6D0-7B32-49BE-95A4-E8BAB471F9F5}"/>
              </a:ext>
            </a:extLst>
          </p:cNvPr>
          <p:cNvCxnSpPr>
            <a:cxnSpLocks/>
            <a:stCxn id="16" idx="6"/>
            <a:endCxn id="16" idx="5"/>
          </p:cNvCxnSpPr>
          <p:nvPr/>
        </p:nvCxnSpPr>
        <p:spPr>
          <a:xfrm flipH="1">
            <a:off x="10617978" y="3052240"/>
            <a:ext cx="264417" cy="567126"/>
          </a:xfrm>
          <a:prstGeom prst="curvedConnector4">
            <a:avLst>
              <a:gd name="adj1" fmla="val -227125"/>
              <a:gd name="adj2" fmla="val 18173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B630B6D-E424-4C33-8586-4377C6DF0E25}"/>
              </a:ext>
            </a:extLst>
          </p:cNvPr>
          <p:cNvCxnSpPr>
            <a:cxnSpLocks/>
            <a:stCxn id="5" idx="6"/>
            <a:endCxn id="14" idx="1"/>
          </p:cNvCxnSpPr>
          <p:nvPr/>
        </p:nvCxnSpPr>
        <p:spPr>
          <a:xfrm>
            <a:off x="3120326" y="2041902"/>
            <a:ext cx="2035446" cy="101255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223EC97-B026-471A-8F49-E8023EABF955}"/>
              </a:ext>
            </a:extLst>
          </p:cNvPr>
          <p:cNvSpPr txBox="1"/>
          <p:nvPr/>
        </p:nvSpPr>
        <p:spPr>
          <a:xfrm>
            <a:off x="3914879" y="2548181"/>
            <a:ext cx="301686" cy="369332"/>
          </a:xfrm>
          <a:prstGeom prst="rect">
            <a:avLst/>
          </a:prstGeom>
          <a:noFill/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8D8693C-597D-4A1C-9E6C-5847FB62B2FE}"/>
                  </a:ext>
                </a:extLst>
              </p:cNvPr>
              <p:cNvSpPr txBox="1"/>
              <p:nvPr/>
            </p:nvSpPr>
            <p:spPr>
              <a:xfrm>
                <a:off x="302217" y="2655129"/>
                <a:ext cx="493084" cy="3731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8D8693C-597D-4A1C-9E6C-5847FB62B2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217" y="2655129"/>
                <a:ext cx="493084" cy="373179"/>
              </a:xfrm>
              <a:prstGeom prst="rect">
                <a:avLst/>
              </a:prstGeom>
              <a:blipFill>
                <a:blip r:embed="rId2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BC630C7-81E8-433B-AC7A-516D34FF9253}"/>
                  </a:ext>
                </a:extLst>
              </p:cNvPr>
              <p:cNvSpPr txBox="1"/>
              <p:nvPr/>
            </p:nvSpPr>
            <p:spPr>
              <a:xfrm>
                <a:off x="11342176" y="1624499"/>
                <a:ext cx="493084" cy="3731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BC630C7-81E8-433B-AC7A-516D34FF92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2176" y="1624499"/>
                <a:ext cx="493084" cy="3731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7D4C02A-CDA2-4E12-ADC0-2D3D281003F7}"/>
                  </a:ext>
                </a:extLst>
              </p:cNvPr>
              <p:cNvSpPr txBox="1"/>
              <p:nvPr/>
            </p:nvSpPr>
            <p:spPr>
              <a:xfrm>
                <a:off x="11342176" y="3667687"/>
                <a:ext cx="493084" cy="3731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7D4C02A-CDA2-4E12-ADC0-2D3D281003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2176" y="3667687"/>
                <a:ext cx="493084" cy="373179"/>
              </a:xfrm>
              <a:prstGeom prst="rect">
                <a:avLst/>
              </a:prstGeom>
              <a:blipFill>
                <a:blip r:embed="rId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5784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3679C58-CC37-45D9-9595-F552B6CD8136}"/>
              </a:ext>
            </a:extLst>
          </p:cNvPr>
          <p:cNvSpPr/>
          <p:nvPr/>
        </p:nvSpPr>
        <p:spPr>
          <a:xfrm>
            <a:off x="5150603" y="1309607"/>
            <a:ext cx="1890793" cy="146459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SCORE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8F843EA-24E0-45D1-A1F6-2BA1CFCA9010}"/>
              </a:ext>
            </a:extLst>
          </p:cNvPr>
          <p:cNvSpPr/>
          <p:nvPr/>
        </p:nvSpPr>
        <p:spPr>
          <a:xfrm>
            <a:off x="1314773" y="1239864"/>
            <a:ext cx="1805553" cy="1604075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TRUTH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60FEDF8-6CFC-465D-82C0-B18172D83011}"/>
              </a:ext>
            </a:extLst>
          </p:cNvPr>
          <p:cNvSpPr/>
          <p:nvPr/>
        </p:nvSpPr>
        <p:spPr>
          <a:xfrm>
            <a:off x="9071673" y="1237644"/>
            <a:ext cx="1805553" cy="1604075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ERROR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F429E3C-7167-4C2A-B2DF-BACB9A4695C5}"/>
              </a:ext>
            </a:extLst>
          </p:cNvPr>
          <p:cNvCxnSpPr>
            <a:stCxn id="5" idx="6"/>
            <a:endCxn id="4" idx="1"/>
          </p:cNvCxnSpPr>
          <p:nvPr/>
        </p:nvCxnSpPr>
        <p:spPr>
          <a:xfrm>
            <a:off x="3120326" y="2041902"/>
            <a:ext cx="203027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E5C6824-9534-45F4-9FF2-47C3429B174A}"/>
              </a:ext>
            </a:extLst>
          </p:cNvPr>
          <p:cNvCxnSpPr>
            <a:stCxn id="6" idx="2"/>
            <a:endCxn id="4" idx="3"/>
          </p:cNvCxnSpPr>
          <p:nvPr/>
        </p:nvCxnSpPr>
        <p:spPr>
          <a:xfrm flipH="1">
            <a:off x="7041396" y="2039682"/>
            <a:ext cx="2030277" cy="222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456E4F1-DE66-4E9D-809D-41B4EE6071B1}"/>
              </a:ext>
            </a:extLst>
          </p:cNvPr>
          <p:cNvSpPr txBox="1"/>
          <p:nvPr/>
        </p:nvSpPr>
        <p:spPr>
          <a:xfrm>
            <a:off x="3984621" y="1631604"/>
            <a:ext cx="301686" cy="369332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0CCAA3-8FA8-4FC4-8897-676AAB56C698}"/>
              </a:ext>
            </a:extLst>
          </p:cNvPr>
          <p:cNvSpPr txBox="1"/>
          <p:nvPr/>
        </p:nvSpPr>
        <p:spPr>
          <a:xfrm>
            <a:off x="7905691" y="1631604"/>
            <a:ext cx="301686" cy="369332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C2E09663-D1F4-4EE0-BE9B-ABB78BF0BC0E}"/>
              </a:ext>
            </a:extLst>
          </p:cNvPr>
          <p:cNvCxnSpPr>
            <a:cxnSpLocks/>
            <a:stCxn id="5" idx="2"/>
            <a:endCxn id="5" idx="3"/>
          </p:cNvCxnSpPr>
          <p:nvPr/>
        </p:nvCxnSpPr>
        <p:spPr>
          <a:xfrm rot="10800000" flipH="1" flipV="1">
            <a:off x="1314772" y="2041902"/>
            <a:ext cx="264417" cy="567126"/>
          </a:xfrm>
          <a:prstGeom prst="curvedConnector4">
            <a:avLst>
              <a:gd name="adj1" fmla="val -250571"/>
              <a:gd name="adj2" fmla="val 18173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FBD55DE1-401C-4871-9944-22845DD34446}"/>
              </a:ext>
            </a:extLst>
          </p:cNvPr>
          <p:cNvCxnSpPr>
            <a:cxnSpLocks/>
            <a:stCxn id="6" idx="6"/>
            <a:endCxn id="6" idx="5"/>
          </p:cNvCxnSpPr>
          <p:nvPr/>
        </p:nvCxnSpPr>
        <p:spPr>
          <a:xfrm flipH="1">
            <a:off x="10612809" y="2039682"/>
            <a:ext cx="264417" cy="567126"/>
          </a:xfrm>
          <a:prstGeom prst="curvedConnector4">
            <a:avLst>
              <a:gd name="adj1" fmla="val -227125"/>
              <a:gd name="adj2" fmla="val 18173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39338A5-A70C-44C9-878E-A4DC54E0B211}"/>
                  </a:ext>
                </a:extLst>
              </p:cNvPr>
              <p:cNvSpPr txBox="1"/>
              <p:nvPr/>
            </p:nvSpPr>
            <p:spPr>
              <a:xfrm>
                <a:off x="302217" y="2655129"/>
                <a:ext cx="493084" cy="3731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39338A5-A70C-44C9-878E-A4DC54E0B2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217" y="2655129"/>
                <a:ext cx="493084" cy="373179"/>
              </a:xfrm>
              <a:prstGeom prst="rect">
                <a:avLst/>
              </a:prstGeom>
              <a:blipFill>
                <a:blip r:embed="rId2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D0F6170-CC69-477C-8734-7EE6DEF2F150}"/>
                  </a:ext>
                </a:extLst>
              </p:cNvPr>
              <p:cNvSpPr txBox="1"/>
              <p:nvPr/>
            </p:nvSpPr>
            <p:spPr>
              <a:xfrm>
                <a:off x="11342176" y="2655129"/>
                <a:ext cx="493084" cy="3731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D0F6170-CC69-477C-8734-7EE6DEF2F1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2176" y="2655129"/>
                <a:ext cx="493084" cy="373179"/>
              </a:xfrm>
              <a:prstGeom prst="rect">
                <a:avLst/>
              </a:prstGeom>
              <a:blipFill>
                <a:blip r:embed="rId3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1C5999CA-BF11-4AA3-AA7C-A7D998B00A5D}"/>
              </a:ext>
            </a:extLst>
          </p:cNvPr>
          <p:cNvCxnSpPr>
            <a:cxnSpLocks/>
            <a:stCxn id="6" idx="0"/>
            <a:endCxn id="5" idx="0"/>
          </p:cNvCxnSpPr>
          <p:nvPr/>
        </p:nvCxnSpPr>
        <p:spPr>
          <a:xfrm rot="16200000" flipH="1" flipV="1">
            <a:off x="6094890" y="-2639696"/>
            <a:ext cx="2220" cy="7756900"/>
          </a:xfrm>
          <a:prstGeom prst="curvedConnector3">
            <a:avLst>
              <a:gd name="adj1" fmla="val -47225541"/>
            </a:avLst>
          </a:prstGeom>
          <a:ln w="38100">
            <a:solidFill>
              <a:schemeClr val="bg1">
                <a:lumMod val="8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6867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3679C58-CC37-45D9-9595-F552B6CD8136}"/>
              </a:ext>
            </a:extLst>
          </p:cNvPr>
          <p:cNvSpPr/>
          <p:nvPr/>
        </p:nvSpPr>
        <p:spPr>
          <a:xfrm>
            <a:off x="5150603" y="1309607"/>
            <a:ext cx="1890793" cy="146459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SCORE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8F843EA-24E0-45D1-A1F6-2BA1CFCA9010}"/>
              </a:ext>
            </a:extLst>
          </p:cNvPr>
          <p:cNvSpPr/>
          <p:nvPr/>
        </p:nvSpPr>
        <p:spPr>
          <a:xfrm>
            <a:off x="1314773" y="1239864"/>
            <a:ext cx="1805553" cy="1604075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TRUTH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60FEDF8-6CFC-465D-82C0-B18172D83011}"/>
              </a:ext>
            </a:extLst>
          </p:cNvPr>
          <p:cNvSpPr/>
          <p:nvPr/>
        </p:nvSpPr>
        <p:spPr>
          <a:xfrm>
            <a:off x="9071673" y="1237644"/>
            <a:ext cx="1805553" cy="1604075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ERROR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F429E3C-7167-4C2A-B2DF-BACB9A4695C5}"/>
              </a:ext>
            </a:extLst>
          </p:cNvPr>
          <p:cNvCxnSpPr>
            <a:stCxn id="5" idx="6"/>
            <a:endCxn id="4" idx="1"/>
          </p:cNvCxnSpPr>
          <p:nvPr/>
        </p:nvCxnSpPr>
        <p:spPr>
          <a:xfrm>
            <a:off x="3120326" y="2041902"/>
            <a:ext cx="203027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E5C6824-9534-45F4-9FF2-47C3429B174A}"/>
              </a:ext>
            </a:extLst>
          </p:cNvPr>
          <p:cNvCxnSpPr>
            <a:stCxn id="6" idx="2"/>
            <a:endCxn id="4" idx="3"/>
          </p:cNvCxnSpPr>
          <p:nvPr/>
        </p:nvCxnSpPr>
        <p:spPr>
          <a:xfrm flipH="1">
            <a:off x="7041396" y="2039682"/>
            <a:ext cx="2030277" cy="222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456E4F1-DE66-4E9D-809D-41B4EE6071B1}"/>
              </a:ext>
            </a:extLst>
          </p:cNvPr>
          <p:cNvSpPr txBox="1"/>
          <p:nvPr/>
        </p:nvSpPr>
        <p:spPr>
          <a:xfrm>
            <a:off x="3984621" y="1631604"/>
            <a:ext cx="301686" cy="369332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0CCAA3-8FA8-4FC4-8897-676AAB56C698}"/>
              </a:ext>
            </a:extLst>
          </p:cNvPr>
          <p:cNvSpPr txBox="1"/>
          <p:nvPr/>
        </p:nvSpPr>
        <p:spPr>
          <a:xfrm>
            <a:off x="7905691" y="1631604"/>
            <a:ext cx="301686" cy="369332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C2E09663-D1F4-4EE0-BE9B-ABB78BF0BC0E}"/>
              </a:ext>
            </a:extLst>
          </p:cNvPr>
          <p:cNvCxnSpPr>
            <a:cxnSpLocks/>
            <a:stCxn id="5" idx="2"/>
            <a:endCxn id="5" idx="3"/>
          </p:cNvCxnSpPr>
          <p:nvPr/>
        </p:nvCxnSpPr>
        <p:spPr>
          <a:xfrm rot="10800000" flipH="1" flipV="1">
            <a:off x="1314772" y="2041902"/>
            <a:ext cx="264417" cy="567126"/>
          </a:xfrm>
          <a:prstGeom prst="curvedConnector4">
            <a:avLst>
              <a:gd name="adj1" fmla="val -250571"/>
              <a:gd name="adj2" fmla="val 18173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FBD55DE1-401C-4871-9944-22845DD34446}"/>
              </a:ext>
            </a:extLst>
          </p:cNvPr>
          <p:cNvCxnSpPr>
            <a:cxnSpLocks/>
            <a:stCxn id="6" idx="6"/>
            <a:endCxn id="6" idx="5"/>
          </p:cNvCxnSpPr>
          <p:nvPr/>
        </p:nvCxnSpPr>
        <p:spPr>
          <a:xfrm flipH="1">
            <a:off x="10612809" y="2039682"/>
            <a:ext cx="264417" cy="567126"/>
          </a:xfrm>
          <a:prstGeom prst="curvedConnector4">
            <a:avLst>
              <a:gd name="adj1" fmla="val -227125"/>
              <a:gd name="adj2" fmla="val 18173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39338A5-A70C-44C9-878E-A4DC54E0B211}"/>
                  </a:ext>
                </a:extLst>
              </p:cNvPr>
              <p:cNvSpPr txBox="1"/>
              <p:nvPr/>
            </p:nvSpPr>
            <p:spPr>
              <a:xfrm>
                <a:off x="302217" y="2655129"/>
                <a:ext cx="493084" cy="3731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39338A5-A70C-44C9-878E-A4DC54E0B2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217" y="2655129"/>
                <a:ext cx="493084" cy="373179"/>
              </a:xfrm>
              <a:prstGeom prst="rect">
                <a:avLst/>
              </a:prstGeom>
              <a:blipFill>
                <a:blip r:embed="rId2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D0F6170-CC69-477C-8734-7EE6DEF2F150}"/>
                  </a:ext>
                </a:extLst>
              </p:cNvPr>
              <p:cNvSpPr txBox="1"/>
              <p:nvPr/>
            </p:nvSpPr>
            <p:spPr>
              <a:xfrm>
                <a:off x="11342176" y="2655129"/>
                <a:ext cx="493084" cy="3731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D0F6170-CC69-477C-8734-7EE6DEF2F1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2176" y="2655129"/>
                <a:ext cx="493084" cy="373179"/>
              </a:xfrm>
              <a:prstGeom prst="rect">
                <a:avLst/>
              </a:prstGeom>
              <a:blipFill>
                <a:blip r:embed="rId3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29C00E93-DF3B-42B5-9628-2D8731A60B6E}"/>
              </a:ext>
            </a:extLst>
          </p:cNvPr>
          <p:cNvSpPr/>
          <p:nvPr/>
        </p:nvSpPr>
        <p:spPr>
          <a:xfrm>
            <a:off x="9638118" y="136634"/>
            <a:ext cx="672662" cy="451945"/>
          </a:xfrm>
          <a:prstGeom prst="triangl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0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0E631C3-7CD5-4163-A80B-235BC498DB1D}"/>
              </a:ext>
            </a:extLst>
          </p:cNvPr>
          <p:cNvCxnSpPr>
            <a:stCxn id="2" idx="3"/>
            <a:endCxn id="6" idx="0"/>
          </p:cNvCxnSpPr>
          <p:nvPr/>
        </p:nvCxnSpPr>
        <p:spPr>
          <a:xfrm>
            <a:off x="9974449" y="588579"/>
            <a:ext cx="1" cy="6490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75DED1C-29CC-44F7-897D-DE9184E32BD4}"/>
              </a:ext>
            </a:extLst>
          </p:cNvPr>
          <p:cNvSpPr/>
          <p:nvPr/>
        </p:nvSpPr>
        <p:spPr>
          <a:xfrm>
            <a:off x="1881219" y="136634"/>
            <a:ext cx="672662" cy="451945"/>
          </a:xfrm>
          <a:prstGeom prst="triangl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μ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CA6969B-0DDF-4BD5-9DC7-C0AF295ED3C1}"/>
              </a:ext>
            </a:extLst>
          </p:cNvPr>
          <p:cNvCxnSpPr>
            <a:stCxn id="16" idx="3"/>
          </p:cNvCxnSpPr>
          <p:nvPr/>
        </p:nvCxnSpPr>
        <p:spPr>
          <a:xfrm>
            <a:off x="2217550" y="588579"/>
            <a:ext cx="1" cy="6490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9531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3679C58-CC37-45D9-9595-F552B6CD8136}"/>
              </a:ext>
            </a:extLst>
          </p:cNvPr>
          <p:cNvSpPr/>
          <p:nvPr/>
        </p:nvSpPr>
        <p:spPr>
          <a:xfrm>
            <a:off x="5150604" y="278977"/>
            <a:ext cx="938632" cy="727055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SCORE 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8F843EA-24E0-45D1-A1F6-2BA1CFCA9010}"/>
              </a:ext>
            </a:extLst>
          </p:cNvPr>
          <p:cNvSpPr/>
          <p:nvPr/>
        </p:nvSpPr>
        <p:spPr>
          <a:xfrm>
            <a:off x="1314773" y="1239864"/>
            <a:ext cx="1805553" cy="1604075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TRUTH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60FEDF8-6CFC-465D-82C0-B18172D83011}"/>
              </a:ext>
            </a:extLst>
          </p:cNvPr>
          <p:cNvSpPr/>
          <p:nvPr/>
        </p:nvSpPr>
        <p:spPr>
          <a:xfrm>
            <a:off x="7302114" y="235854"/>
            <a:ext cx="896317" cy="796299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ERROR</a:t>
            </a:r>
          </a:p>
          <a:p>
            <a:pPr algn="ctr"/>
            <a:r>
              <a:rPr lang="en-GB" sz="12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F429E3C-7167-4C2A-B2DF-BACB9A4695C5}"/>
              </a:ext>
            </a:extLst>
          </p:cNvPr>
          <p:cNvCxnSpPr>
            <a:cxnSpLocks/>
            <a:stCxn id="5" idx="6"/>
            <a:endCxn id="4" idx="1"/>
          </p:cNvCxnSpPr>
          <p:nvPr/>
        </p:nvCxnSpPr>
        <p:spPr>
          <a:xfrm flipV="1">
            <a:off x="3120326" y="642505"/>
            <a:ext cx="2030278" cy="139939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E5C6824-9534-45F4-9FF2-47C3429B174A}"/>
              </a:ext>
            </a:extLst>
          </p:cNvPr>
          <p:cNvCxnSpPr>
            <a:stCxn id="6" idx="2"/>
            <a:endCxn id="4" idx="3"/>
          </p:cNvCxnSpPr>
          <p:nvPr/>
        </p:nvCxnSpPr>
        <p:spPr>
          <a:xfrm flipH="1">
            <a:off x="6089236" y="634004"/>
            <a:ext cx="1212878" cy="850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456E4F1-DE66-4E9D-809D-41B4EE6071B1}"/>
              </a:ext>
            </a:extLst>
          </p:cNvPr>
          <p:cNvSpPr txBox="1"/>
          <p:nvPr/>
        </p:nvSpPr>
        <p:spPr>
          <a:xfrm>
            <a:off x="3897823" y="1029667"/>
            <a:ext cx="301686" cy="369332"/>
          </a:xfrm>
          <a:prstGeom prst="rect">
            <a:avLst/>
          </a:prstGeom>
          <a:noFill/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C2E09663-D1F4-4EE0-BE9B-ABB78BF0BC0E}"/>
              </a:ext>
            </a:extLst>
          </p:cNvPr>
          <p:cNvCxnSpPr>
            <a:cxnSpLocks/>
            <a:stCxn id="5" idx="2"/>
            <a:endCxn id="5" idx="3"/>
          </p:cNvCxnSpPr>
          <p:nvPr/>
        </p:nvCxnSpPr>
        <p:spPr>
          <a:xfrm rot="10800000" flipH="1" flipV="1">
            <a:off x="1314772" y="2041902"/>
            <a:ext cx="264417" cy="567126"/>
          </a:xfrm>
          <a:prstGeom prst="curvedConnector4">
            <a:avLst>
              <a:gd name="adj1" fmla="val -250571"/>
              <a:gd name="adj2" fmla="val 18173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FBD55DE1-401C-4871-9944-22845DD34446}"/>
              </a:ext>
            </a:extLst>
          </p:cNvPr>
          <p:cNvCxnSpPr>
            <a:cxnSpLocks/>
            <a:stCxn id="6" idx="6"/>
            <a:endCxn id="6" idx="5"/>
          </p:cNvCxnSpPr>
          <p:nvPr/>
        </p:nvCxnSpPr>
        <p:spPr>
          <a:xfrm flipH="1">
            <a:off x="8067168" y="634004"/>
            <a:ext cx="131263" cy="281534"/>
          </a:xfrm>
          <a:prstGeom prst="curvedConnector4">
            <a:avLst>
              <a:gd name="adj1" fmla="val -206182"/>
              <a:gd name="adj2" fmla="val 136754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599956DB-86B7-4C47-A148-3B43F22866A1}"/>
              </a:ext>
            </a:extLst>
          </p:cNvPr>
          <p:cNvSpPr/>
          <p:nvPr/>
        </p:nvSpPr>
        <p:spPr>
          <a:xfrm>
            <a:off x="5150604" y="1339028"/>
            <a:ext cx="938632" cy="727055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SCORE 2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DE0B9F1-A3D1-42C9-8AD6-7EF820230F07}"/>
              </a:ext>
            </a:extLst>
          </p:cNvPr>
          <p:cNvSpPr/>
          <p:nvPr/>
        </p:nvSpPr>
        <p:spPr>
          <a:xfrm>
            <a:off x="7302114" y="1296822"/>
            <a:ext cx="896317" cy="796299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ERROR 2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8573A8B-D30A-4AAA-A2DF-FE7A0EF9C6ED}"/>
              </a:ext>
            </a:extLst>
          </p:cNvPr>
          <p:cNvCxnSpPr>
            <a:stCxn id="16" idx="2"/>
            <a:endCxn id="14" idx="3"/>
          </p:cNvCxnSpPr>
          <p:nvPr/>
        </p:nvCxnSpPr>
        <p:spPr>
          <a:xfrm flipH="1">
            <a:off x="6089236" y="1694972"/>
            <a:ext cx="1212878" cy="758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A926A9B-BB56-4641-BBC0-A1F0E5BE4B00}"/>
              </a:ext>
            </a:extLst>
          </p:cNvPr>
          <p:cNvSpPr txBox="1"/>
          <p:nvPr/>
        </p:nvSpPr>
        <p:spPr>
          <a:xfrm>
            <a:off x="7910860" y="2563208"/>
            <a:ext cx="149764" cy="276999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square" rtlCol="0">
            <a:spAutoFit/>
          </a:bodyPr>
          <a:lstStyle/>
          <a:p>
            <a:r>
              <a:rPr lang="en-GB" sz="1200" dirty="0"/>
              <a:t>1</a:t>
            </a:r>
          </a:p>
        </p:txBody>
      </p: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AA9EC6D0-7B32-49BE-95A4-E8BAB471F9F5}"/>
              </a:ext>
            </a:extLst>
          </p:cNvPr>
          <p:cNvCxnSpPr>
            <a:cxnSpLocks/>
            <a:stCxn id="16" idx="6"/>
            <a:endCxn id="16" idx="5"/>
          </p:cNvCxnSpPr>
          <p:nvPr/>
        </p:nvCxnSpPr>
        <p:spPr>
          <a:xfrm flipH="1">
            <a:off x="8067168" y="1694972"/>
            <a:ext cx="131263" cy="281534"/>
          </a:xfrm>
          <a:prstGeom prst="curvedConnector4">
            <a:avLst>
              <a:gd name="adj1" fmla="val -174154"/>
              <a:gd name="adj2" fmla="val 136754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B630B6D-E424-4C33-8586-4377C6DF0E25}"/>
              </a:ext>
            </a:extLst>
          </p:cNvPr>
          <p:cNvCxnSpPr>
            <a:cxnSpLocks/>
            <a:stCxn id="5" idx="6"/>
            <a:endCxn id="14" idx="1"/>
          </p:cNvCxnSpPr>
          <p:nvPr/>
        </p:nvCxnSpPr>
        <p:spPr>
          <a:xfrm flipV="1">
            <a:off x="3120326" y="1702556"/>
            <a:ext cx="2030278" cy="33934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223EC97-B026-471A-8F49-E8023EABF955}"/>
              </a:ext>
            </a:extLst>
          </p:cNvPr>
          <p:cNvSpPr txBox="1"/>
          <p:nvPr/>
        </p:nvSpPr>
        <p:spPr>
          <a:xfrm>
            <a:off x="3912869" y="1549568"/>
            <a:ext cx="301686" cy="369332"/>
          </a:xfrm>
          <a:prstGeom prst="rect">
            <a:avLst/>
          </a:prstGeom>
          <a:noFill/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8D8693C-597D-4A1C-9E6C-5847FB62B2FE}"/>
                  </a:ext>
                </a:extLst>
              </p:cNvPr>
              <p:cNvSpPr txBox="1"/>
              <p:nvPr/>
            </p:nvSpPr>
            <p:spPr>
              <a:xfrm>
                <a:off x="302217" y="2655129"/>
                <a:ext cx="493084" cy="3731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8D8693C-597D-4A1C-9E6C-5847FB62B2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217" y="2655129"/>
                <a:ext cx="493084" cy="373179"/>
              </a:xfrm>
              <a:prstGeom prst="rect">
                <a:avLst/>
              </a:prstGeom>
              <a:blipFill>
                <a:blip r:embed="rId2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BC630C7-81E8-433B-AC7A-516D34FF9253}"/>
                  </a:ext>
                </a:extLst>
              </p:cNvPr>
              <p:cNvSpPr txBox="1"/>
              <p:nvPr/>
            </p:nvSpPr>
            <p:spPr>
              <a:xfrm>
                <a:off x="8485800" y="728948"/>
                <a:ext cx="244778" cy="3731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BC630C7-81E8-433B-AC7A-516D34FF92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5800" y="728948"/>
                <a:ext cx="244778" cy="373179"/>
              </a:xfrm>
              <a:prstGeom prst="rect">
                <a:avLst/>
              </a:prstGeom>
              <a:blipFill>
                <a:blip r:embed="rId3"/>
                <a:stretch>
                  <a:fillRect r="-62500" b="-16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7D4C02A-CDA2-4E12-ADC0-2D3D281003F7}"/>
                  </a:ext>
                </a:extLst>
              </p:cNvPr>
              <p:cNvSpPr txBox="1"/>
              <p:nvPr/>
            </p:nvSpPr>
            <p:spPr>
              <a:xfrm>
                <a:off x="8485800" y="2757960"/>
                <a:ext cx="244778" cy="3731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7D4C02A-CDA2-4E12-ADC0-2D3D281003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5800" y="2757960"/>
                <a:ext cx="244778" cy="373179"/>
              </a:xfrm>
              <a:prstGeom prst="rect">
                <a:avLst/>
              </a:prstGeom>
              <a:blipFill>
                <a:blip r:embed="rId4"/>
                <a:stretch>
                  <a:fillRect r="-6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BC1D1CEA-1258-4357-BFD5-A39CCB486489}"/>
              </a:ext>
            </a:extLst>
          </p:cNvPr>
          <p:cNvSpPr/>
          <p:nvPr/>
        </p:nvSpPr>
        <p:spPr>
          <a:xfrm>
            <a:off x="5150604" y="2394433"/>
            <a:ext cx="938632" cy="727055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SCORE 3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EBBEDA4-5051-4011-89CD-4B8143B42DD5}"/>
              </a:ext>
            </a:extLst>
          </p:cNvPr>
          <p:cNvSpPr/>
          <p:nvPr/>
        </p:nvSpPr>
        <p:spPr>
          <a:xfrm>
            <a:off x="7302115" y="2359811"/>
            <a:ext cx="896317" cy="796299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ERROR 3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6AC9FE4-BD97-4FDD-8DAB-420DFC19E81A}"/>
              </a:ext>
            </a:extLst>
          </p:cNvPr>
          <p:cNvCxnSpPr>
            <a:cxnSpLocks/>
            <a:stCxn id="26" idx="2"/>
            <a:endCxn id="25" idx="3"/>
          </p:cNvCxnSpPr>
          <p:nvPr/>
        </p:nvCxnSpPr>
        <p:spPr>
          <a:xfrm flipH="1">
            <a:off x="6089236" y="2757961"/>
            <a:ext cx="1212879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7E6CC5E-3357-43BC-AB1E-4FA812416836}"/>
              </a:ext>
            </a:extLst>
          </p:cNvPr>
          <p:cNvSpPr txBox="1"/>
          <p:nvPr/>
        </p:nvSpPr>
        <p:spPr>
          <a:xfrm>
            <a:off x="6746656" y="3547084"/>
            <a:ext cx="149764" cy="276999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square" rtlCol="0">
            <a:spAutoFit/>
          </a:bodyPr>
          <a:lstStyle/>
          <a:p>
            <a:r>
              <a:rPr lang="en-GB" sz="1200" dirty="0"/>
              <a:t>1</a:t>
            </a:r>
          </a:p>
        </p:txBody>
      </p:sp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A113E1FA-9101-4526-8C88-35C447D8349C}"/>
              </a:ext>
            </a:extLst>
          </p:cNvPr>
          <p:cNvCxnSpPr>
            <a:cxnSpLocks/>
            <a:stCxn id="26" idx="6"/>
            <a:endCxn id="26" idx="5"/>
          </p:cNvCxnSpPr>
          <p:nvPr/>
        </p:nvCxnSpPr>
        <p:spPr>
          <a:xfrm flipH="1">
            <a:off x="8067169" y="2757961"/>
            <a:ext cx="131263" cy="281534"/>
          </a:xfrm>
          <a:prstGeom prst="curvedConnector4">
            <a:avLst>
              <a:gd name="adj1" fmla="val -174154"/>
              <a:gd name="adj2" fmla="val 118088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63412E1-6802-46B8-9144-8CB4EEA89B1C}"/>
              </a:ext>
            </a:extLst>
          </p:cNvPr>
          <p:cNvCxnSpPr>
            <a:cxnSpLocks/>
            <a:stCxn id="5" idx="6"/>
            <a:endCxn id="25" idx="1"/>
          </p:cNvCxnSpPr>
          <p:nvPr/>
        </p:nvCxnSpPr>
        <p:spPr>
          <a:xfrm>
            <a:off x="3120326" y="2041902"/>
            <a:ext cx="2030278" cy="71605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4FC6B636-5ACA-4225-9269-415EBF44ED12}"/>
              </a:ext>
            </a:extLst>
          </p:cNvPr>
          <p:cNvSpPr txBox="1"/>
          <p:nvPr/>
        </p:nvSpPr>
        <p:spPr>
          <a:xfrm>
            <a:off x="3946142" y="2051305"/>
            <a:ext cx="301686" cy="369332"/>
          </a:xfrm>
          <a:prstGeom prst="rect">
            <a:avLst/>
          </a:prstGeom>
          <a:noFill/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0ED71EA-4D6D-42AB-B272-39E33DD09C9D}"/>
              </a:ext>
            </a:extLst>
          </p:cNvPr>
          <p:cNvSpPr/>
          <p:nvPr/>
        </p:nvSpPr>
        <p:spPr>
          <a:xfrm>
            <a:off x="5144695" y="3450818"/>
            <a:ext cx="938632" cy="727055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SCORE 4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66C684F-166E-4E88-8DEE-CC355766C94A}"/>
              </a:ext>
            </a:extLst>
          </p:cNvPr>
          <p:cNvSpPr/>
          <p:nvPr/>
        </p:nvSpPr>
        <p:spPr>
          <a:xfrm>
            <a:off x="7302115" y="3420139"/>
            <a:ext cx="896317" cy="796299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ERROR 4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27473C8-004B-4A5D-853F-2DFC307AD3CF}"/>
              </a:ext>
            </a:extLst>
          </p:cNvPr>
          <p:cNvCxnSpPr>
            <a:stCxn id="33" idx="2"/>
            <a:endCxn id="32" idx="3"/>
          </p:cNvCxnSpPr>
          <p:nvPr/>
        </p:nvCxnSpPr>
        <p:spPr>
          <a:xfrm flipH="1" flipV="1">
            <a:off x="6083327" y="3814346"/>
            <a:ext cx="1218788" cy="394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19EF30C-83A6-4192-9D47-72F48B49954C}"/>
              </a:ext>
            </a:extLst>
          </p:cNvPr>
          <p:cNvSpPr txBox="1"/>
          <p:nvPr/>
        </p:nvSpPr>
        <p:spPr>
          <a:xfrm>
            <a:off x="6746656" y="2409778"/>
            <a:ext cx="149764" cy="276999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square" rtlCol="0">
            <a:spAutoFit/>
          </a:bodyPr>
          <a:lstStyle/>
          <a:p>
            <a:r>
              <a:rPr lang="en-GB" sz="1200" dirty="0"/>
              <a:t>1</a:t>
            </a:r>
          </a:p>
        </p:txBody>
      </p:sp>
      <p:cxnSp>
        <p:nvCxnSpPr>
          <p:cNvPr id="36" name="Connector: Curved 35">
            <a:extLst>
              <a:ext uri="{FF2B5EF4-FFF2-40B4-BE49-F238E27FC236}">
                <a16:creationId xmlns:a16="http://schemas.microsoft.com/office/drawing/2014/main" id="{3A27A34F-2AD2-425B-8712-848F93AA7E48}"/>
              </a:ext>
            </a:extLst>
          </p:cNvPr>
          <p:cNvCxnSpPr>
            <a:cxnSpLocks/>
            <a:stCxn id="33" idx="5"/>
            <a:endCxn id="33" idx="6"/>
          </p:cNvCxnSpPr>
          <p:nvPr/>
        </p:nvCxnSpPr>
        <p:spPr>
          <a:xfrm rot="5400000" flipH="1" flipV="1">
            <a:off x="7992033" y="3893424"/>
            <a:ext cx="281534" cy="131263"/>
          </a:xfrm>
          <a:prstGeom prst="curvedConnector4">
            <a:avLst>
              <a:gd name="adj1" fmla="val -33021"/>
              <a:gd name="adj2" fmla="val 274154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5FC5E8C-FD27-4CB4-BD26-D8D931A7C228}"/>
              </a:ext>
            </a:extLst>
          </p:cNvPr>
          <p:cNvCxnSpPr>
            <a:cxnSpLocks/>
            <a:stCxn id="5" idx="6"/>
            <a:endCxn id="32" idx="1"/>
          </p:cNvCxnSpPr>
          <p:nvPr/>
        </p:nvCxnSpPr>
        <p:spPr>
          <a:xfrm>
            <a:off x="3120326" y="2041902"/>
            <a:ext cx="2024369" cy="177244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D60E46CD-DDA3-4285-94A4-65325A352491}"/>
              </a:ext>
            </a:extLst>
          </p:cNvPr>
          <p:cNvSpPr txBox="1"/>
          <p:nvPr/>
        </p:nvSpPr>
        <p:spPr>
          <a:xfrm>
            <a:off x="3897823" y="2920589"/>
            <a:ext cx="301686" cy="369332"/>
          </a:xfrm>
          <a:prstGeom prst="rect">
            <a:avLst/>
          </a:prstGeom>
          <a:noFill/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458814E-F4BE-43E0-843F-1722FB730029}"/>
              </a:ext>
            </a:extLst>
          </p:cNvPr>
          <p:cNvSpPr txBox="1"/>
          <p:nvPr/>
        </p:nvSpPr>
        <p:spPr>
          <a:xfrm>
            <a:off x="6743320" y="1374709"/>
            <a:ext cx="149764" cy="276999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square" rtlCol="0">
            <a:spAutoFit/>
          </a:bodyPr>
          <a:lstStyle/>
          <a:p>
            <a:r>
              <a:rPr lang="en-GB" sz="1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51CD461-229E-4AC0-8A44-D0DD9BE9B44C}"/>
              </a:ext>
            </a:extLst>
          </p:cNvPr>
          <p:cNvSpPr txBox="1"/>
          <p:nvPr/>
        </p:nvSpPr>
        <p:spPr>
          <a:xfrm>
            <a:off x="6750819" y="321413"/>
            <a:ext cx="149764" cy="276999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square" rtlCol="0">
            <a:spAutoFit/>
          </a:bodyPr>
          <a:lstStyle/>
          <a:p>
            <a:r>
              <a:rPr lang="en-GB" sz="1200" dirty="0"/>
              <a:t>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367E6A1-BB76-40DF-9777-222D071BF658}"/>
                  </a:ext>
                </a:extLst>
              </p:cNvPr>
              <p:cNvSpPr txBox="1"/>
              <p:nvPr/>
            </p:nvSpPr>
            <p:spPr>
              <a:xfrm>
                <a:off x="8485800" y="1778844"/>
                <a:ext cx="244778" cy="3731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367E6A1-BB76-40DF-9777-222D071BF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5800" y="1778844"/>
                <a:ext cx="244778" cy="373179"/>
              </a:xfrm>
              <a:prstGeom prst="rect">
                <a:avLst/>
              </a:prstGeom>
              <a:blipFill>
                <a:blip r:embed="rId5"/>
                <a:stretch>
                  <a:fillRect r="-62500" b="-16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165BF49-531A-4489-880F-2382AA7367C8}"/>
                  </a:ext>
                </a:extLst>
              </p:cNvPr>
              <p:cNvSpPr txBox="1"/>
              <p:nvPr/>
            </p:nvSpPr>
            <p:spPr>
              <a:xfrm>
                <a:off x="8485800" y="3772465"/>
                <a:ext cx="244778" cy="3731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165BF49-531A-4489-880F-2382AA736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5800" y="3772465"/>
                <a:ext cx="244778" cy="373179"/>
              </a:xfrm>
              <a:prstGeom prst="rect">
                <a:avLst/>
              </a:prstGeom>
              <a:blipFill>
                <a:blip r:embed="rId6"/>
                <a:stretch>
                  <a:fillRect r="-62500" b="-16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6502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3679C58-CC37-45D9-9595-F552B6CD8136}"/>
              </a:ext>
            </a:extLst>
          </p:cNvPr>
          <p:cNvSpPr/>
          <p:nvPr/>
        </p:nvSpPr>
        <p:spPr>
          <a:xfrm>
            <a:off x="5150604" y="278977"/>
            <a:ext cx="938632" cy="727055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SCORE 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8F843EA-24E0-45D1-A1F6-2BA1CFCA9010}"/>
              </a:ext>
            </a:extLst>
          </p:cNvPr>
          <p:cNvSpPr/>
          <p:nvPr/>
        </p:nvSpPr>
        <p:spPr>
          <a:xfrm>
            <a:off x="1314773" y="1239864"/>
            <a:ext cx="1805553" cy="1604075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TRUTH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60FEDF8-6CFC-465D-82C0-B18172D83011}"/>
              </a:ext>
            </a:extLst>
          </p:cNvPr>
          <p:cNvSpPr/>
          <p:nvPr/>
        </p:nvSpPr>
        <p:spPr>
          <a:xfrm>
            <a:off x="7302114" y="235854"/>
            <a:ext cx="896317" cy="796299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ERROR</a:t>
            </a:r>
          </a:p>
          <a:p>
            <a:pPr algn="ctr"/>
            <a:r>
              <a:rPr lang="en-GB" sz="12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F429E3C-7167-4C2A-B2DF-BACB9A4695C5}"/>
              </a:ext>
            </a:extLst>
          </p:cNvPr>
          <p:cNvCxnSpPr>
            <a:cxnSpLocks/>
            <a:stCxn id="5" idx="6"/>
            <a:endCxn id="4" idx="1"/>
          </p:cNvCxnSpPr>
          <p:nvPr/>
        </p:nvCxnSpPr>
        <p:spPr>
          <a:xfrm flipV="1">
            <a:off x="3120326" y="642505"/>
            <a:ext cx="2030278" cy="139939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E5C6824-9534-45F4-9FF2-47C3429B174A}"/>
              </a:ext>
            </a:extLst>
          </p:cNvPr>
          <p:cNvCxnSpPr>
            <a:stCxn id="6" idx="2"/>
            <a:endCxn id="4" idx="3"/>
          </p:cNvCxnSpPr>
          <p:nvPr/>
        </p:nvCxnSpPr>
        <p:spPr>
          <a:xfrm flipH="1">
            <a:off x="6089236" y="634004"/>
            <a:ext cx="1212878" cy="850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456E4F1-DE66-4E9D-809D-41B4EE6071B1}"/>
              </a:ext>
            </a:extLst>
          </p:cNvPr>
          <p:cNvSpPr txBox="1"/>
          <p:nvPr/>
        </p:nvSpPr>
        <p:spPr>
          <a:xfrm>
            <a:off x="3824115" y="993484"/>
            <a:ext cx="370614" cy="369332"/>
          </a:xfrm>
          <a:prstGeom prst="rect">
            <a:avLst/>
          </a:prstGeom>
          <a:noFill/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l-GR" dirty="0"/>
              <a:t>λ</a:t>
            </a:r>
            <a:r>
              <a:rPr lang="en-GB" baseline="-25000" dirty="0"/>
              <a:t>1</a:t>
            </a:r>
            <a:endParaRPr lang="en-GB" dirty="0"/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C2E09663-D1F4-4EE0-BE9B-ABB78BF0BC0E}"/>
              </a:ext>
            </a:extLst>
          </p:cNvPr>
          <p:cNvCxnSpPr>
            <a:cxnSpLocks/>
            <a:stCxn id="5" idx="2"/>
            <a:endCxn id="5" idx="3"/>
          </p:cNvCxnSpPr>
          <p:nvPr/>
        </p:nvCxnSpPr>
        <p:spPr>
          <a:xfrm rot="10800000" flipH="1" flipV="1">
            <a:off x="1314772" y="2041902"/>
            <a:ext cx="264417" cy="567126"/>
          </a:xfrm>
          <a:prstGeom prst="curvedConnector4">
            <a:avLst>
              <a:gd name="adj1" fmla="val -250571"/>
              <a:gd name="adj2" fmla="val 18173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FBD55DE1-401C-4871-9944-22845DD34446}"/>
              </a:ext>
            </a:extLst>
          </p:cNvPr>
          <p:cNvCxnSpPr>
            <a:cxnSpLocks/>
            <a:stCxn id="6" idx="6"/>
            <a:endCxn id="6" idx="5"/>
          </p:cNvCxnSpPr>
          <p:nvPr/>
        </p:nvCxnSpPr>
        <p:spPr>
          <a:xfrm flipH="1">
            <a:off x="8067168" y="634004"/>
            <a:ext cx="131263" cy="281534"/>
          </a:xfrm>
          <a:prstGeom prst="curvedConnector4">
            <a:avLst>
              <a:gd name="adj1" fmla="val -206182"/>
              <a:gd name="adj2" fmla="val 136754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599956DB-86B7-4C47-A148-3B43F22866A1}"/>
              </a:ext>
            </a:extLst>
          </p:cNvPr>
          <p:cNvSpPr/>
          <p:nvPr/>
        </p:nvSpPr>
        <p:spPr>
          <a:xfrm>
            <a:off x="5150604" y="1339028"/>
            <a:ext cx="938632" cy="727055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SCORE 2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DE0B9F1-A3D1-42C9-8AD6-7EF820230F07}"/>
              </a:ext>
            </a:extLst>
          </p:cNvPr>
          <p:cNvSpPr/>
          <p:nvPr/>
        </p:nvSpPr>
        <p:spPr>
          <a:xfrm>
            <a:off x="7302114" y="1296822"/>
            <a:ext cx="896317" cy="796299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ERROR 2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8573A8B-D30A-4AAA-A2DF-FE7A0EF9C6ED}"/>
              </a:ext>
            </a:extLst>
          </p:cNvPr>
          <p:cNvCxnSpPr>
            <a:stCxn id="16" idx="2"/>
            <a:endCxn id="14" idx="3"/>
          </p:cNvCxnSpPr>
          <p:nvPr/>
        </p:nvCxnSpPr>
        <p:spPr>
          <a:xfrm flipH="1">
            <a:off x="6089236" y="1694972"/>
            <a:ext cx="1212878" cy="758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A926A9B-BB56-4641-BBC0-A1F0E5BE4B00}"/>
              </a:ext>
            </a:extLst>
          </p:cNvPr>
          <p:cNvSpPr txBox="1"/>
          <p:nvPr/>
        </p:nvSpPr>
        <p:spPr>
          <a:xfrm>
            <a:off x="7910860" y="2563208"/>
            <a:ext cx="149764" cy="276999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square" rtlCol="0">
            <a:spAutoFit/>
          </a:bodyPr>
          <a:lstStyle/>
          <a:p>
            <a:r>
              <a:rPr lang="en-GB" sz="1200" dirty="0"/>
              <a:t>1</a:t>
            </a:r>
          </a:p>
        </p:txBody>
      </p: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AA9EC6D0-7B32-49BE-95A4-E8BAB471F9F5}"/>
              </a:ext>
            </a:extLst>
          </p:cNvPr>
          <p:cNvCxnSpPr>
            <a:cxnSpLocks/>
            <a:stCxn id="16" idx="6"/>
            <a:endCxn id="16" idx="5"/>
          </p:cNvCxnSpPr>
          <p:nvPr/>
        </p:nvCxnSpPr>
        <p:spPr>
          <a:xfrm flipH="1">
            <a:off x="8067168" y="1694972"/>
            <a:ext cx="131263" cy="281534"/>
          </a:xfrm>
          <a:prstGeom prst="curvedConnector4">
            <a:avLst>
              <a:gd name="adj1" fmla="val -174154"/>
              <a:gd name="adj2" fmla="val 136754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B630B6D-E424-4C33-8586-4377C6DF0E25}"/>
              </a:ext>
            </a:extLst>
          </p:cNvPr>
          <p:cNvCxnSpPr>
            <a:cxnSpLocks/>
            <a:stCxn id="5" idx="6"/>
            <a:endCxn id="14" idx="1"/>
          </p:cNvCxnSpPr>
          <p:nvPr/>
        </p:nvCxnSpPr>
        <p:spPr>
          <a:xfrm flipV="1">
            <a:off x="3120326" y="1702556"/>
            <a:ext cx="2030278" cy="33934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223EC97-B026-471A-8F49-E8023EABF955}"/>
              </a:ext>
            </a:extLst>
          </p:cNvPr>
          <p:cNvSpPr txBox="1"/>
          <p:nvPr/>
        </p:nvSpPr>
        <p:spPr>
          <a:xfrm>
            <a:off x="3912869" y="1518038"/>
            <a:ext cx="370614" cy="369332"/>
          </a:xfrm>
          <a:prstGeom prst="rect">
            <a:avLst/>
          </a:prstGeom>
          <a:noFill/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l-GR" dirty="0"/>
              <a:t>λ</a:t>
            </a:r>
            <a:r>
              <a:rPr lang="en-GB" baseline="-25000" dirty="0"/>
              <a:t>2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8D8693C-597D-4A1C-9E6C-5847FB62B2FE}"/>
                  </a:ext>
                </a:extLst>
              </p:cNvPr>
              <p:cNvSpPr txBox="1"/>
              <p:nvPr/>
            </p:nvSpPr>
            <p:spPr>
              <a:xfrm>
                <a:off x="302217" y="2655129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8D8693C-597D-4A1C-9E6C-5847FB62B2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217" y="2655129"/>
                <a:ext cx="365805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BC630C7-81E8-433B-AC7A-516D34FF9253}"/>
                  </a:ext>
                </a:extLst>
              </p:cNvPr>
              <p:cNvSpPr txBox="1"/>
              <p:nvPr/>
            </p:nvSpPr>
            <p:spPr>
              <a:xfrm>
                <a:off x="8485800" y="728948"/>
                <a:ext cx="244778" cy="3731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BC630C7-81E8-433B-AC7A-516D34FF92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5800" y="728948"/>
                <a:ext cx="244778" cy="373179"/>
              </a:xfrm>
              <a:prstGeom prst="rect">
                <a:avLst/>
              </a:prstGeom>
              <a:blipFill>
                <a:blip r:embed="rId3"/>
                <a:stretch>
                  <a:fillRect r="-95000" b="-16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7D4C02A-CDA2-4E12-ADC0-2D3D281003F7}"/>
                  </a:ext>
                </a:extLst>
              </p:cNvPr>
              <p:cNvSpPr txBox="1"/>
              <p:nvPr/>
            </p:nvSpPr>
            <p:spPr>
              <a:xfrm>
                <a:off x="8485800" y="2757960"/>
                <a:ext cx="244778" cy="3731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7D4C02A-CDA2-4E12-ADC0-2D3D281003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5800" y="2757960"/>
                <a:ext cx="244778" cy="373179"/>
              </a:xfrm>
              <a:prstGeom prst="rect">
                <a:avLst/>
              </a:prstGeom>
              <a:blipFill>
                <a:blip r:embed="rId4"/>
                <a:stretch>
                  <a:fillRect r="-9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BC1D1CEA-1258-4357-BFD5-A39CCB486489}"/>
              </a:ext>
            </a:extLst>
          </p:cNvPr>
          <p:cNvSpPr/>
          <p:nvPr/>
        </p:nvSpPr>
        <p:spPr>
          <a:xfrm>
            <a:off x="5150604" y="2394433"/>
            <a:ext cx="938632" cy="727055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SCORE 3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EBBEDA4-5051-4011-89CD-4B8143B42DD5}"/>
              </a:ext>
            </a:extLst>
          </p:cNvPr>
          <p:cNvSpPr/>
          <p:nvPr/>
        </p:nvSpPr>
        <p:spPr>
          <a:xfrm>
            <a:off x="7302115" y="2359811"/>
            <a:ext cx="896317" cy="796299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ERROR 3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6AC9FE4-BD97-4FDD-8DAB-420DFC19E81A}"/>
              </a:ext>
            </a:extLst>
          </p:cNvPr>
          <p:cNvCxnSpPr>
            <a:cxnSpLocks/>
            <a:stCxn id="26" idx="2"/>
            <a:endCxn id="25" idx="3"/>
          </p:cNvCxnSpPr>
          <p:nvPr/>
        </p:nvCxnSpPr>
        <p:spPr>
          <a:xfrm flipH="1">
            <a:off x="6089236" y="2757961"/>
            <a:ext cx="1212879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7E6CC5E-3357-43BC-AB1E-4FA812416836}"/>
              </a:ext>
            </a:extLst>
          </p:cNvPr>
          <p:cNvSpPr txBox="1"/>
          <p:nvPr/>
        </p:nvSpPr>
        <p:spPr>
          <a:xfrm>
            <a:off x="6746656" y="3547084"/>
            <a:ext cx="149764" cy="276999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square" rtlCol="0">
            <a:spAutoFit/>
          </a:bodyPr>
          <a:lstStyle/>
          <a:p>
            <a:r>
              <a:rPr lang="en-GB" sz="1200" dirty="0"/>
              <a:t>1</a:t>
            </a:r>
          </a:p>
        </p:txBody>
      </p:sp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A113E1FA-9101-4526-8C88-35C447D8349C}"/>
              </a:ext>
            </a:extLst>
          </p:cNvPr>
          <p:cNvCxnSpPr>
            <a:cxnSpLocks/>
            <a:stCxn id="26" idx="6"/>
            <a:endCxn id="26" idx="5"/>
          </p:cNvCxnSpPr>
          <p:nvPr/>
        </p:nvCxnSpPr>
        <p:spPr>
          <a:xfrm flipH="1">
            <a:off x="8067169" y="2757961"/>
            <a:ext cx="131263" cy="281534"/>
          </a:xfrm>
          <a:prstGeom prst="curvedConnector4">
            <a:avLst>
              <a:gd name="adj1" fmla="val -174154"/>
              <a:gd name="adj2" fmla="val 118088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63412E1-6802-46B8-9144-8CB4EEA89B1C}"/>
              </a:ext>
            </a:extLst>
          </p:cNvPr>
          <p:cNvCxnSpPr>
            <a:cxnSpLocks/>
            <a:stCxn id="5" idx="6"/>
            <a:endCxn id="25" idx="1"/>
          </p:cNvCxnSpPr>
          <p:nvPr/>
        </p:nvCxnSpPr>
        <p:spPr>
          <a:xfrm>
            <a:off x="3120326" y="2041902"/>
            <a:ext cx="2030278" cy="71605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4FC6B636-5ACA-4225-9269-415EBF44ED12}"/>
              </a:ext>
            </a:extLst>
          </p:cNvPr>
          <p:cNvSpPr txBox="1"/>
          <p:nvPr/>
        </p:nvSpPr>
        <p:spPr>
          <a:xfrm>
            <a:off x="3946142" y="2051305"/>
            <a:ext cx="370614" cy="369332"/>
          </a:xfrm>
          <a:prstGeom prst="rect">
            <a:avLst/>
          </a:prstGeom>
          <a:noFill/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l-GR" dirty="0"/>
              <a:t>λ</a:t>
            </a:r>
            <a:r>
              <a:rPr lang="en-GB" baseline="-25000" dirty="0"/>
              <a:t>3</a:t>
            </a:r>
            <a:endParaRPr lang="en-GB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0ED71EA-4D6D-42AB-B272-39E33DD09C9D}"/>
              </a:ext>
            </a:extLst>
          </p:cNvPr>
          <p:cNvSpPr/>
          <p:nvPr/>
        </p:nvSpPr>
        <p:spPr>
          <a:xfrm>
            <a:off x="5144695" y="3450818"/>
            <a:ext cx="938632" cy="727055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SCORE 4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66C684F-166E-4E88-8DEE-CC355766C94A}"/>
              </a:ext>
            </a:extLst>
          </p:cNvPr>
          <p:cNvSpPr/>
          <p:nvPr/>
        </p:nvSpPr>
        <p:spPr>
          <a:xfrm>
            <a:off x="7302115" y="3420139"/>
            <a:ext cx="896317" cy="796299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ERROR 4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27473C8-004B-4A5D-853F-2DFC307AD3CF}"/>
              </a:ext>
            </a:extLst>
          </p:cNvPr>
          <p:cNvCxnSpPr>
            <a:stCxn id="33" idx="2"/>
            <a:endCxn id="32" idx="3"/>
          </p:cNvCxnSpPr>
          <p:nvPr/>
        </p:nvCxnSpPr>
        <p:spPr>
          <a:xfrm flipH="1" flipV="1">
            <a:off x="6083327" y="3814346"/>
            <a:ext cx="1218788" cy="394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19EF30C-83A6-4192-9D47-72F48B49954C}"/>
              </a:ext>
            </a:extLst>
          </p:cNvPr>
          <p:cNvSpPr txBox="1"/>
          <p:nvPr/>
        </p:nvSpPr>
        <p:spPr>
          <a:xfrm>
            <a:off x="6746656" y="2409778"/>
            <a:ext cx="149764" cy="276999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square" rtlCol="0">
            <a:spAutoFit/>
          </a:bodyPr>
          <a:lstStyle/>
          <a:p>
            <a:r>
              <a:rPr lang="en-GB" sz="1200" dirty="0"/>
              <a:t>1</a:t>
            </a:r>
          </a:p>
        </p:txBody>
      </p:sp>
      <p:cxnSp>
        <p:nvCxnSpPr>
          <p:cNvPr id="36" name="Connector: Curved 35">
            <a:extLst>
              <a:ext uri="{FF2B5EF4-FFF2-40B4-BE49-F238E27FC236}">
                <a16:creationId xmlns:a16="http://schemas.microsoft.com/office/drawing/2014/main" id="{3A27A34F-2AD2-425B-8712-848F93AA7E48}"/>
              </a:ext>
            </a:extLst>
          </p:cNvPr>
          <p:cNvCxnSpPr>
            <a:cxnSpLocks/>
            <a:stCxn id="33" idx="5"/>
            <a:endCxn id="33" idx="6"/>
          </p:cNvCxnSpPr>
          <p:nvPr/>
        </p:nvCxnSpPr>
        <p:spPr>
          <a:xfrm rot="5400000" flipH="1" flipV="1">
            <a:off x="7992033" y="3893424"/>
            <a:ext cx="281534" cy="131263"/>
          </a:xfrm>
          <a:prstGeom prst="curvedConnector4">
            <a:avLst>
              <a:gd name="adj1" fmla="val -33021"/>
              <a:gd name="adj2" fmla="val 274154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5FC5E8C-FD27-4CB4-BD26-D8D931A7C228}"/>
              </a:ext>
            </a:extLst>
          </p:cNvPr>
          <p:cNvCxnSpPr>
            <a:cxnSpLocks/>
            <a:stCxn id="5" idx="6"/>
            <a:endCxn id="32" idx="1"/>
          </p:cNvCxnSpPr>
          <p:nvPr/>
        </p:nvCxnSpPr>
        <p:spPr>
          <a:xfrm>
            <a:off x="3120326" y="2041902"/>
            <a:ext cx="2024369" cy="177244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D60E46CD-DDA3-4285-94A4-65325A352491}"/>
              </a:ext>
            </a:extLst>
          </p:cNvPr>
          <p:cNvSpPr txBox="1"/>
          <p:nvPr/>
        </p:nvSpPr>
        <p:spPr>
          <a:xfrm>
            <a:off x="3897823" y="2920589"/>
            <a:ext cx="370614" cy="369332"/>
          </a:xfrm>
          <a:prstGeom prst="rect">
            <a:avLst/>
          </a:prstGeom>
          <a:noFill/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l-GR" dirty="0"/>
              <a:t>λ</a:t>
            </a:r>
            <a:r>
              <a:rPr lang="en-GB" baseline="-25000" dirty="0"/>
              <a:t>4</a:t>
            </a:r>
            <a:endParaRPr lang="en-GB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458814E-F4BE-43E0-843F-1722FB730029}"/>
              </a:ext>
            </a:extLst>
          </p:cNvPr>
          <p:cNvSpPr txBox="1"/>
          <p:nvPr/>
        </p:nvSpPr>
        <p:spPr>
          <a:xfrm>
            <a:off x="6743320" y="1374709"/>
            <a:ext cx="149764" cy="276999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square" rtlCol="0">
            <a:spAutoFit/>
          </a:bodyPr>
          <a:lstStyle/>
          <a:p>
            <a:r>
              <a:rPr lang="en-GB" sz="1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51CD461-229E-4AC0-8A44-D0DD9BE9B44C}"/>
              </a:ext>
            </a:extLst>
          </p:cNvPr>
          <p:cNvSpPr txBox="1"/>
          <p:nvPr/>
        </p:nvSpPr>
        <p:spPr>
          <a:xfrm>
            <a:off x="6750819" y="321413"/>
            <a:ext cx="149764" cy="276999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square" rtlCol="0">
            <a:spAutoFit/>
          </a:bodyPr>
          <a:lstStyle/>
          <a:p>
            <a:r>
              <a:rPr lang="en-GB" sz="1200" dirty="0"/>
              <a:t>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367E6A1-BB76-40DF-9777-222D071BF658}"/>
                  </a:ext>
                </a:extLst>
              </p:cNvPr>
              <p:cNvSpPr txBox="1"/>
              <p:nvPr/>
            </p:nvSpPr>
            <p:spPr>
              <a:xfrm>
                <a:off x="8485800" y="1778844"/>
                <a:ext cx="244778" cy="3731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367E6A1-BB76-40DF-9777-222D071BF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5800" y="1778844"/>
                <a:ext cx="244778" cy="373179"/>
              </a:xfrm>
              <a:prstGeom prst="rect">
                <a:avLst/>
              </a:prstGeom>
              <a:blipFill>
                <a:blip r:embed="rId5"/>
                <a:stretch>
                  <a:fillRect r="-95000" b="-16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165BF49-531A-4489-880F-2382AA7367C8}"/>
                  </a:ext>
                </a:extLst>
              </p:cNvPr>
              <p:cNvSpPr txBox="1"/>
              <p:nvPr/>
            </p:nvSpPr>
            <p:spPr>
              <a:xfrm>
                <a:off x="8485800" y="3772465"/>
                <a:ext cx="244778" cy="3731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165BF49-531A-4489-880F-2382AA736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5800" y="3772465"/>
                <a:ext cx="244778" cy="373179"/>
              </a:xfrm>
              <a:prstGeom prst="rect">
                <a:avLst/>
              </a:prstGeom>
              <a:blipFill>
                <a:blip r:embed="rId6"/>
                <a:stretch>
                  <a:fillRect r="-95000" b="-16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8226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3679C58-CC37-45D9-9595-F552B6CD8136}"/>
              </a:ext>
            </a:extLst>
          </p:cNvPr>
          <p:cNvSpPr/>
          <p:nvPr/>
        </p:nvSpPr>
        <p:spPr>
          <a:xfrm>
            <a:off x="5739054" y="153629"/>
            <a:ext cx="592131" cy="36582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SCORE 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8F843EA-24E0-45D1-A1F6-2BA1CFCA9010}"/>
              </a:ext>
            </a:extLst>
          </p:cNvPr>
          <p:cNvSpPr/>
          <p:nvPr/>
        </p:nvSpPr>
        <p:spPr>
          <a:xfrm>
            <a:off x="3877151" y="637103"/>
            <a:ext cx="876411" cy="80709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TRUTH A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60FEDF8-6CFC-465D-82C0-B18172D83011}"/>
              </a:ext>
            </a:extLst>
          </p:cNvPr>
          <p:cNvSpPr/>
          <p:nvPr/>
        </p:nvSpPr>
        <p:spPr>
          <a:xfrm>
            <a:off x="6783393" y="131931"/>
            <a:ext cx="455610" cy="400661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E1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F429E3C-7167-4C2A-B2DF-BACB9A4695C5}"/>
              </a:ext>
            </a:extLst>
          </p:cNvPr>
          <p:cNvCxnSpPr>
            <a:cxnSpLocks/>
            <a:stCxn id="5" idx="6"/>
            <a:endCxn id="4" idx="1"/>
          </p:cNvCxnSpPr>
          <p:nvPr/>
        </p:nvCxnSpPr>
        <p:spPr>
          <a:xfrm flipV="1">
            <a:off x="4753562" y="336540"/>
            <a:ext cx="985492" cy="70411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E5C6824-9534-45F4-9FF2-47C3429B174A}"/>
              </a:ext>
            </a:extLst>
          </p:cNvPr>
          <p:cNvCxnSpPr>
            <a:cxnSpLocks/>
            <a:stCxn id="6" idx="2"/>
            <a:endCxn id="4" idx="3"/>
          </p:cNvCxnSpPr>
          <p:nvPr/>
        </p:nvCxnSpPr>
        <p:spPr>
          <a:xfrm flipH="1">
            <a:off x="6331185" y="332262"/>
            <a:ext cx="452208" cy="427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456E4F1-DE66-4E9D-809D-41B4EE6071B1}"/>
              </a:ext>
            </a:extLst>
          </p:cNvPr>
          <p:cNvSpPr txBox="1"/>
          <p:nvPr/>
        </p:nvSpPr>
        <p:spPr>
          <a:xfrm>
            <a:off x="5094186" y="440777"/>
            <a:ext cx="287258" cy="246221"/>
          </a:xfrm>
          <a:prstGeom prst="rect">
            <a:avLst/>
          </a:prstGeom>
          <a:noFill/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l-GR" sz="1000" dirty="0"/>
              <a:t>λ</a:t>
            </a:r>
            <a:r>
              <a:rPr lang="en-GB" sz="1000" baseline="-25000" dirty="0"/>
              <a:t>1</a:t>
            </a:r>
            <a:endParaRPr lang="en-GB" sz="1000" dirty="0"/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C2E09663-D1F4-4EE0-BE9B-ABB78BF0BC0E}"/>
              </a:ext>
            </a:extLst>
          </p:cNvPr>
          <p:cNvCxnSpPr>
            <a:cxnSpLocks/>
            <a:stCxn id="5" idx="2"/>
            <a:endCxn id="5" idx="1"/>
          </p:cNvCxnSpPr>
          <p:nvPr/>
        </p:nvCxnSpPr>
        <p:spPr>
          <a:xfrm rot="10800000" flipH="1">
            <a:off x="3877150" y="755300"/>
            <a:ext cx="128347" cy="285352"/>
          </a:xfrm>
          <a:prstGeom prst="curvedConnector4">
            <a:avLst>
              <a:gd name="adj1" fmla="val -111837"/>
              <a:gd name="adj2" fmla="val 124654"/>
            </a:avLst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FBD55DE1-401C-4871-9944-22845DD34446}"/>
              </a:ext>
            </a:extLst>
          </p:cNvPr>
          <p:cNvCxnSpPr>
            <a:cxnSpLocks/>
            <a:stCxn id="6" idx="6"/>
            <a:endCxn id="6" idx="5"/>
          </p:cNvCxnSpPr>
          <p:nvPr/>
        </p:nvCxnSpPr>
        <p:spPr>
          <a:xfrm flipH="1">
            <a:off x="7172280" y="332262"/>
            <a:ext cx="66723" cy="141655"/>
          </a:xfrm>
          <a:prstGeom prst="curvedConnector4">
            <a:avLst>
              <a:gd name="adj1" fmla="val -140024"/>
              <a:gd name="adj2" fmla="val 168084"/>
            </a:avLst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599956DB-86B7-4C47-A148-3B43F22866A1}"/>
              </a:ext>
            </a:extLst>
          </p:cNvPr>
          <p:cNvSpPr/>
          <p:nvPr/>
        </p:nvSpPr>
        <p:spPr>
          <a:xfrm>
            <a:off x="5739054" y="686998"/>
            <a:ext cx="592131" cy="36582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SCORE 2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DE0B9F1-A3D1-42C9-8AD6-7EF820230F07}"/>
              </a:ext>
            </a:extLst>
          </p:cNvPr>
          <p:cNvSpPr/>
          <p:nvPr/>
        </p:nvSpPr>
        <p:spPr>
          <a:xfrm>
            <a:off x="6783393" y="665762"/>
            <a:ext cx="455610" cy="400661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E2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8573A8B-D30A-4AAA-A2DF-FE7A0EF9C6ED}"/>
              </a:ext>
            </a:extLst>
          </p:cNvPr>
          <p:cNvCxnSpPr>
            <a:cxnSpLocks/>
            <a:stCxn id="16" idx="2"/>
            <a:endCxn id="14" idx="3"/>
          </p:cNvCxnSpPr>
          <p:nvPr/>
        </p:nvCxnSpPr>
        <p:spPr>
          <a:xfrm flipH="1">
            <a:off x="6331185" y="866093"/>
            <a:ext cx="452208" cy="38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A926A9B-BB56-4641-BBC0-A1F0E5BE4B00}"/>
              </a:ext>
            </a:extLst>
          </p:cNvPr>
          <p:cNvSpPr txBox="1"/>
          <p:nvPr/>
        </p:nvSpPr>
        <p:spPr>
          <a:xfrm>
            <a:off x="7078877" y="1302950"/>
            <a:ext cx="72695" cy="246221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square" rtlCol="0">
            <a:spAutoFit/>
          </a:bodyPr>
          <a:lstStyle/>
          <a:p>
            <a:r>
              <a:rPr lang="en-GB" sz="1000" dirty="0"/>
              <a:t>1</a:t>
            </a:r>
          </a:p>
        </p:txBody>
      </p: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AA9EC6D0-7B32-49BE-95A4-E8BAB471F9F5}"/>
              </a:ext>
            </a:extLst>
          </p:cNvPr>
          <p:cNvCxnSpPr>
            <a:cxnSpLocks/>
            <a:stCxn id="16" idx="6"/>
            <a:endCxn id="16" idx="5"/>
          </p:cNvCxnSpPr>
          <p:nvPr/>
        </p:nvCxnSpPr>
        <p:spPr>
          <a:xfrm flipH="1">
            <a:off x="7172280" y="866093"/>
            <a:ext cx="66723" cy="141655"/>
          </a:xfrm>
          <a:prstGeom prst="curvedConnector4">
            <a:avLst>
              <a:gd name="adj1" fmla="val -175774"/>
              <a:gd name="adj2" fmla="val 145631"/>
            </a:avLst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B630B6D-E424-4C33-8586-4377C6DF0E25}"/>
              </a:ext>
            </a:extLst>
          </p:cNvPr>
          <p:cNvCxnSpPr>
            <a:cxnSpLocks/>
            <a:stCxn id="5" idx="6"/>
            <a:endCxn id="14" idx="1"/>
          </p:cNvCxnSpPr>
          <p:nvPr/>
        </p:nvCxnSpPr>
        <p:spPr>
          <a:xfrm flipV="1">
            <a:off x="4753562" y="869909"/>
            <a:ext cx="985492" cy="17074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223EC97-B026-471A-8F49-E8023EABF955}"/>
              </a:ext>
            </a:extLst>
          </p:cNvPr>
          <p:cNvSpPr txBox="1"/>
          <p:nvPr/>
        </p:nvSpPr>
        <p:spPr>
          <a:xfrm>
            <a:off x="5154412" y="699393"/>
            <a:ext cx="287258" cy="246221"/>
          </a:xfrm>
          <a:prstGeom prst="rect">
            <a:avLst/>
          </a:prstGeom>
          <a:noFill/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l-GR" sz="1000" dirty="0"/>
              <a:t>λ</a:t>
            </a:r>
            <a:r>
              <a:rPr lang="en-GB" sz="1000" baseline="-25000" dirty="0"/>
              <a:t>2</a:t>
            </a:r>
            <a:endParaRPr lang="en-GB" sz="1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8D8693C-597D-4A1C-9E6C-5847FB62B2FE}"/>
                  </a:ext>
                </a:extLst>
              </p:cNvPr>
              <p:cNvSpPr txBox="1"/>
              <p:nvPr/>
            </p:nvSpPr>
            <p:spPr>
              <a:xfrm>
                <a:off x="3556777" y="504233"/>
                <a:ext cx="30489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8D8693C-597D-4A1C-9E6C-5847FB62B2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6777" y="504233"/>
                <a:ext cx="304892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BC630C7-81E8-433B-AC7A-516D34FF9253}"/>
                  </a:ext>
                </a:extLst>
              </p:cNvPr>
              <p:cNvSpPr txBox="1"/>
              <p:nvPr/>
            </p:nvSpPr>
            <p:spPr>
              <a:xfrm>
                <a:off x="7357951" y="380033"/>
                <a:ext cx="118815" cy="2484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sz="1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GB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sz="1000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BC630C7-81E8-433B-AC7A-516D34FF92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7951" y="380033"/>
                <a:ext cx="118815" cy="248401"/>
              </a:xfrm>
              <a:prstGeom prst="rect">
                <a:avLst/>
              </a:prstGeom>
              <a:blipFill>
                <a:blip r:embed="rId3"/>
                <a:stretch>
                  <a:fillRect r="-1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7D4C02A-CDA2-4E12-ADC0-2D3D281003F7}"/>
                  </a:ext>
                </a:extLst>
              </p:cNvPr>
              <p:cNvSpPr txBox="1"/>
              <p:nvPr/>
            </p:nvSpPr>
            <p:spPr>
              <a:xfrm>
                <a:off x="7357951" y="1400940"/>
                <a:ext cx="118815" cy="2491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sz="1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GB" sz="1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sz="10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7D4C02A-CDA2-4E12-ADC0-2D3D281003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7951" y="1400940"/>
                <a:ext cx="118815" cy="249171"/>
              </a:xfrm>
              <a:prstGeom prst="rect">
                <a:avLst/>
              </a:prstGeom>
              <a:blipFill>
                <a:blip r:embed="rId4"/>
                <a:stretch>
                  <a:fillRect r="-1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BC1D1CEA-1258-4357-BFD5-A39CCB486489}"/>
              </a:ext>
            </a:extLst>
          </p:cNvPr>
          <p:cNvSpPr/>
          <p:nvPr/>
        </p:nvSpPr>
        <p:spPr>
          <a:xfrm>
            <a:off x="5739054" y="1218030"/>
            <a:ext cx="592131" cy="36582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SCORE 3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EBBEDA4-5051-4011-89CD-4B8143B42DD5}"/>
              </a:ext>
            </a:extLst>
          </p:cNvPr>
          <p:cNvSpPr/>
          <p:nvPr/>
        </p:nvSpPr>
        <p:spPr>
          <a:xfrm>
            <a:off x="6783393" y="1200610"/>
            <a:ext cx="455610" cy="400661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E3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6AC9FE4-BD97-4FDD-8DAB-420DFC19E81A}"/>
              </a:ext>
            </a:extLst>
          </p:cNvPr>
          <p:cNvCxnSpPr>
            <a:cxnSpLocks/>
            <a:stCxn id="26" idx="2"/>
            <a:endCxn id="25" idx="3"/>
          </p:cNvCxnSpPr>
          <p:nvPr/>
        </p:nvCxnSpPr>
        <p:spPr>
          <a:xfrm flipH="1">
            <a:off x="6331185" y="1400941"/>
            <a:ext cx="45220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7E6CC5E-3357-43BC-AB1E-4FA812416836}"/>
              </a:ext>
            </a:extLst>
          </p:cNvPr>
          <p:cNvSpPr txBox="1"/>
          <p:nvPr/>
        </p:nvSpPr>
        <p:spPr>
          <a:xfrm>
            <a:off x="6519508" y="1685753"/>
            <a:ext cx="72695" cy="246221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square" rtlCol="0">
            <a:spAutoFit/>
          </a:bodyPr>
          <a:lstStyle/>
          <a:p>
            <a:r>
              <a:rPr lang="en-GB" sz="1000" dirty="0"/>
              <a:t>1</a:t>
            </a:r>
          </a:p>
        </p:txBody>
      </p:sp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A113E1FA-9101-4526-8C88-35C447D8349C}"/>
              </a:ext>
            </a:extLst>
          </p:cNvPr>
          <p:cNvCxnSpPr>
            <a:cxnSpLocks/>
            <a:stCxn id="26" idx="6"/>
            <a:endCxn id="26" idx="5"/>
          </p:cNvCxnSpPr>
          <p:nvPr/>
        </p:nvCxnSpPr>
        <p:spPr>
          <a:xfrm flipH="1">
            <a:off x="7172280" y="1400941"/>
            <a:ext cx="66723" cy="141655"/>
          </a:xfrm>
          <a:prstGeom prst="curvedConnector4">
            <a:avLst>
              <a:gd name="adj1" fmla="val -140024"/>
              <a:gd name="adj2" fmla="val 156857"/>
            </a:avLst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63412E1-6802-46B8-9144-8CB4EEA89B1C}"/>
              </a:ext>
            </a:extLst>
          </p:cNvPr>
          <p:cNvCxnSpPr>
            <a:cxnSpLocks/>
            <a:stCxn id="5" idx="6"/>
            <a:endCxn id="25" idx="1"/>
          </p:cNvCxnSpPr>
          <p:nvPr/>
        </p:nvCxnSpPr>
        <p:spPr>
          <a:xfrm>
            <a:off x="4753562" y="1040652"/>
            <a:ext cx="985492" cy="36028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4FC6B636-5ACA-4225-9269-415EBF44ED12}"/>
              </a:ext>
            </a:extLst>
          </p:cNvPr>
          <p:cNvSpPr txBox="1"/>
          <p:nvPr/>
        </p:nvSpPr>
        <p:spPr>
          <a:xfrm>
            <a:off x="5154487" y="1021778"/>
            <a:ext cx="287258" cy="246221"/>
          </a:xfrm>
          <a:prstGeom prst="rect">
            <a:avLst/>
          </a:prstGeom>
          <a:noFill/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l-GR" sz="1000" dirty="0"/>
              <a:t>λ</a:t>
            </a:r>
            <a:r>
              <a:rPr lang="en-GB" sz="1000" baseline="-25000" dirty="0"/>
              <a:t>3</a:t>
            </a:r>
            <a:endParaRPr lang="en-GB" sz="10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0ED71EA-4D6D-42AB-B272-39E33DD09C9D}"/>
              </a:ext>
            </a:extLst>
          </p:cNvPr>
          <p:cNvSpPr/>
          <p:nvPr/>
        </p:nvSpPr>
        <p:spPr>
          <a:xfrm>
            <a:off x="5736186" y="1749555"/>
            <a:ext cx="592131" cy="36582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SCORE 4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66C684F-166E-4E88-8DEE-CC355766C94A}"/>
              </a:ext>
            </a:extLst>
          </p:cNvPr>
          <p:cNvSpPr/>
          <p:nvPr/>
        </p:nvSpPr>
        <p:spPr>
          <a:xfrm>
            <a:off x="6783393" y="1734119"/>
            <a:ext cx="455610" cy="400661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E4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27473C8-004B-4A5D-853F-2DFC307AD3CF}"/>
              </a:ext>
            </a:extLst>
          </p:cNvPr>
          <p:cNvCxnSpPr>
            <a:cxnSpLocks/>
            <a:stCxn id="33" idx="2"/>
            <a:endCxn id="32" idx="3"/>
          </p:cNvCxnSpPr>
          <p:nvPr/>
        </p:nvCxnSpPr>
        <p:spPr>
          <a:xfrm flipH="1" flipV="1">
            <a:off x="6328317" y="1932466"/>
            <a:ext cx="455076" cy="198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19EF30C-83A6-4192-9D47-72F48B49954C}"/>
              </a:ext>
            </a:extLst>
          </p:cNvPr>
          <p:cNvSpPr txBox="1"/>
          <p:nvPr/>
        </p:nvSpPr>
        <p:spPr>
          <a:xfrm>
            <a:off x="6519241" y="1168493"/>
            <a:ext cx="72695" cy="246221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r>
              <a:rPr lang="en-GB" sz="1000" dirty="0"/>
              <a:t>1</a:t>
            </a:r>
          </a:p>
        </p:txBody>
      </p:sp>
      <p:cxnSp>
        <p:nvCxnSpPr>
          <p:cNvPr id="36" name="Connector: Curved 35">
            <a:extLst>
              <a:ext uri="{FF2B5EF4-FFF2-40B4-BE49-F238E27FC236}">
                <a16:creationId xmlns:a16="http://schemas.microsoft.com/office/drawing/2014/main" id="{3A27A34F-2AD2-425B-8712-848F93AA7E48}"/>
              </a:ext>
            </a:extLst>
          </p:cNvPr>
          <p:cNvCxnSpPr>
            <a:cxnSpLocks/>
            <a:stCxn id="33" idx="5"/>
            <a:endCxn id="33" idx="6"/>
          </p:cNvCxnSpPr>
          <p:nvPr/>
        </p:nvCxnSpPr>
        <p:spPr>
          <a:xfrm rot="5400000" flipH="1" flipV="1">
            <a:off x="7134813" y="1971916"/>
            <a:ext cx="141655" cy="66723"/>
          </a:xfrm>
          <a:prstGeom prst="curvedConnector4">
            <a:avLst>
              <a:gd name="adj1" fmla="val -45631"/>
              <a:gd name="adj2" fmla="val 299607"/>
            </a:avLst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5FC5E8C-FD27-4CB4-BD26-D8D931A7C228}"/>
              </a:ext>
            </a:extLst>
          </p:cNvPr>
          <p:cNvCxnSpPr>
            <a:cxnSpLocks/>
            <a:stCxn id="5" idx="6"/>
            <a:endCxn id="32" idx="1"/>
          </p:cNvCxnSpPr>
          <p:nvPr/>
        </p:nvCxnSpPr>
        <p:spPr>
          <a:xfrm>
            <a:off x="4753562" y="1040652"/>
            <a:ext cx="982624" cy="8918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D60E46CD-DDA3-4285-94A4-65325A352491}"/>
              </a:ext>
            </a:extLst>
          </p:cNvPr>
          <p:cNvSpPr txBox="1"/>
          <p:nvPr/>
        </p:nvSpPr>
        <p:spPr>
          <a:xfrm>
            <a:off x="5068669" y="1452137"/>
            <a:ext cx="287258" cy="246221"/>
          </a:xfrm>
          <a:prstGeom prst="rect">
            <a:avLst/>
          </a:prstGeom>
          <a:noFill/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l-GR" sz="1000" dirty="0"/>
              <a:t>λ</a:t>
            </a:r>
            <a:r>
              <a:rPr lang="en-GB" sz="1000" baseline="-25000" dirty="0"/>
              <a:t>4</a:t>
            </a:r>
            <a:endParaRPr lang="en-GB" sz="10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458814E-F4BE-43E0-843F-1722FB730029}"/>
              </a:ext>
            </a:extLst>
          </p:cNvPr>
          <p:cNvSpPr txBox="1"/>
          <p:nvPr/>
        </p:nvSpPr>
        <p:spPr>
          <a:xfrm>
            <a:off x="6513774" y="632608"/>
            <a:ext cx="72695" cy="246221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r>
              <a:rPr lang="en-GB" sz="10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51CD461-229E-4AC0-8A44-D0DD9BE9B44C}"/>
              </a:ext>
            </a:extLst>
          </p:cNvPr>
          <p:cNvSpPr txBox="1"/>
          <p:nvPr/>
        </p:nvSpPr>
        <p:spPr>
          <a:xfrm>
            <a:off x="6515796" y="174980"/>
            <a:ext cx="72695" cy="246221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r>
              <a:rPr lang="en-GB" sz="1000" dirty="0"/>
              <a:t>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367E6A1-BB76-40DF-9777-222D071BF658}"/>
                  </a:ext>
                </a:extLst>
              </p:cNvPr>
              <p:cNvSpPr txBox="1"/>
              <p:nvPr/>
            </p:nvSpPr>
            <p:spPr>
              <a:xfrm>
                <a:off x="7357951" y="908293"/>
                <a:ext cx="118815" cy="2484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sz="1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GB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sz="1000" dirty="0"/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367E6A1-BB76-40DF-9777-222D071BF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7951" y="908293"/>
                <a:ext cx="118815" cy="248401"/>
              </a:xfrm>
              <a:prstGeom prst="rect">
                <a:avLst/>
              </a:prstGeom>
              <a:blipFill>
                <a:blip r:embed="rId5"/>
                <a:stretch>
                  <a:fillRect r="-1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165BF49-531A-4489-880F-2382AA7367C8}"/>
                  </a:ext>
                </a:extLst>
              </p:cNvPr>
              <p:cNvSpPr txBox="1"/>
              <p:nvPr/>
            </p:nvSpPr>
            <p:spPr>
              <a:xfrm>
                <a:off x="7357951" y="1911393"/>
                <a:ext cx="118815" cy="2484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sz="1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GB" sz="1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GB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sz="1000" dirty="0"/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165BF49-531A-4489-880F-2382AA736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7951" y="1911393"/>
                <a:ext cx="118815" cy="248401"/>
              </a:xfrm>
              <a:prstGeom prst="rect">
                <a:avLst/>
              </a:prstGeom>
              <a:blipFill>
                <a:blip r:embed="rId6"/>
                <a:stretch>
                  <a:fillRect r="-1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Rectangle 64">
            <a:extLst>
              <a:ext uri="{FF2B5EF4-FFF2-40B4-BE49-F238E27FC236}">
                <a16:creationId xmlns:a16="http://schemas.microsoft.com/office/drawing/2014/main" id="{4935AF91-5AF8-4112-A169-8A28A20DA6A4}"/>
              </a:ext>
            </a:extLst>
          </p:cNvPr>
          <p:cNvSpPr/>
          <p:nvPr/>
        </p:nvSpPr>
        <p:spPr>
          <a:xfrm>
            <a:off x="5739054" y="2293519"/>
            <a:ext cx="592131" cy="36582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SCORE 5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9BC496EF-EA83-49C9-A902-CB57D1B51068}"/>
              </a:ext>
            </a:extLst>
          </p:cNvPr>
          <p:cNvSpPr/>
          <p:nvPr/>
        </p:nvSpPr>
        <p:spPr>
          <a:xfrm>
            <a:off x="3877151" y="2776993"/>
            <a:ext cx="876411" cy="80709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TRUTH B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EF7E8BCC-F2D5-41A2-9C3B-D0FA8E98F0CC}"/>
              </a:ext>
            </a:extLst>
          </p:cNvPr>
          <p:cNvSpPr/>
          <p:nvPr/>
        </p:nvSpPr>
        <p:spPr>
          <a:xfrm>
            <a:off x="6783393" y="2271821"/>
            <a:ext cx="455610" cy="400661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E5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1AB7217C-D5A8-4579-AC6F-63D25111E5DA}"/>
              </a:ext>
            </a:extLst>
          </p:cNvPr>
          <p:cNvCxnSpPr>
            <a:cxnSpLocks/>
            <a:stCxn id="66" idx="6"/>
            <a:endCxn id="65" idx="1"/>
          </p:cNvCxnSpPr>
          <p:nvPr/>
        </p:nvCxnSpPr>
        <p:spPr>
          <a:xfrm flipV="1">
            <a:off x="4753562" y="2476430"/>
            <a:ext cx="985492" cy="70411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0CF5CC88-77F6-49FA-97DC-F96B22C377A2}"/>
              </a:ext>
            </a:extLst>
          </p:cNvPr>
          <p:cNvCxnSpPr>
            <a:cxnSpLocks/>
            <a:stCxn id="67" idx="2"/>
            <a:endCxn id="65" idx="3"/>
          </p:cNvCxnSpPr>
          <p:nvPr/>
        </p:nvCxnSpPr>
        <p:spPr>
          <a:xfrm flipH="1">
            <a:off x="6331185" y="2472152"/>
            <a:ext cx="452208" cy="427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7E96D22B-00D4-4FA2-BFAF-F2AA8B609556}"/>
              </a:ext>
            </a:extLst>
          </p:cNvPr>
          <p:cNvSpPr txBox="1"/>
          <p:nvPr/>
        </p:nvSpPr>
        <p:spPr>
          <a:xfrm>
            <a:off x="5094186" y="2580667"/>
            <a:ext cx="287258" cy="246221"/>
          </a:xfrm>
          <a:prstGeom prst="rect">
            <a:avLst/>
          </a:prstGeom>
          <a:noFill/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l-GR" sz="1000" dirty="0"/>
              <a:t>λ</a:t>
            </a:r>
            <a:r>
              <a:rPr lang="en-GB" sz="1000" baseline="-25000" dirty="0"/>
              <a:t>5</a:t>
            </a:r>
            <a:endParaRPr lang="en-GB" sz="1000" dirty="0"/>
          </a:p>
        </p:txBody>
      </p:sp>
      <p:cxnSp>
        <p:nvCxnSpPr>
          <p:cNvPr id="71" name="Connector: Curved 70">
            <a:extLst>
              <a:ext uri="{FF2B5EF4-FFF2-40B4-BE49-F238E27FC236}">
                <a16:creationId xmlns:a16="http://schemas.microsoft.com/office/drawing/2014/main" id="{EE681799-A711-4796-ADDE-D84B470B273F}"/>
              </a:ext>
            </a:extLst>
          </p:cNvPr>
          <p:cNvCxnSpPr>
            <a:cxnSpLocks/>
            <a:stCxn id="66" idx="2"/>
            <a:endCxn id="66" idx="3"/>
          </p:cNvCxnSpPr>
          <p:nvPr/>
        </p:nvCxnSpPr>
        <p:spPr>
          <a:xfrm rot="10800000" flipH="1" flipV="1">
            <a:off x="3877151" y="3180542"/>
            <a:ext cx="128347" cy="285352"/>
          </a:xfrm>
          <a:prstGeom prst="curvedConnector4">
            <a:avLst>
              <a:gd name="adj1" fmla="val -126668"/>
              <a:gd name="adj2" fmla="val 100922"/>
            </a:avLst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: Curved 71">
            <a:extLst>
              <a:ext uri="{FF2B5EF4-FFF2-40B4-BE49-F238E27FC236}">
                <a16:creationId xmlns:a16="http://schemas.microsoft.com/office/drawing/2014/main" id="{D862071A-BE02-4FBE-936E-A1E1765CC648}"/>
              </a:ext>
            </a:extLst>
          </p:cNvPr>
          <p:cNvCxnSpPr>
            <a:cxnSpLocks/>
            <a:stCxn id="67" idx="6"/>
            <a:endCxn id="67" idx="5"/>
          </p:cNvCxnSpPr>
          <p:nvPr/>
        </p:nvCxnSpPr>
        <p:spPr>
          <a:xfrm flipH="1">
            <a:off x="7172280" y="2472152"/>
            <a:ext cx="66723" cy="141655"/>
          </a:xfrm>
          <a:prstGeom prst="curvedConnector4">
            <a:avLst>
              <a:gd name="adj1" fmla="val -140024"/>
              <a:gd name="adj2" fmla="val 168084"/>
            </a:avLst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919D361A-542E-45E7-BCFF-887C91B7D74E}"/>
              </a:ext>
            </a:extLst>
          </p:cNvPr>
          <p:cNvSpPr/>
          <p:nvPr/>
        </p:nvSpPr>
        <p:spPr>
          <a:xfrm>
            <a:off x="5739054" y="2826888"/>
            <a:ext cx="592131" cy="36582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SCORE 6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8F16AABE-0FED-4322-A402-3BBA9E5E1A3F}"/>
              </a:ext>
            </a:extLst>
          </p:cNvPr>
          <p:cNvSpPr/>
          <p:nvPr/>
        </p:nvSpPr>
        <p:spPr>
          <a:xfrm>
            <a:off x="6783393" y="2805652"/>
            <a:ext cx="455610" cy="400661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E6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D8326B2A-A4E3-4513-B224-78740F9CB8BE}"/>
              </a:ext>
            </a:extLst>
          </p:cNvPr>
          <p:cNvCxnSpPr>
            <a:cxnSpLocks/>
            <a:stCxn id="74" idx="2"/>
            <a:endCxn id="73" idx="3"/>
          </p:cNvCxnSpPr>
          <p:nvPr/>
        </p:nvCxnSpPr>
        <p:spPr>
          <a:xfrm flipH="1">
            <a:off x="6331185" y="3005983"/>
            <a:ext cx="452208" cy="38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FFAEE3F4-BA76-4D98-AD1F-369E46336BF6}"/>
              </a:ext>
            </a:extLst>
          </p:cNvPr>
          <p:cNvSpPr txBox="1"/>
          <p:nvPr/>
        </p:nvSpPr>
        <p:spPr>
          <a:xfrm>
            <a:off x="7078877" y="3442840"/>
            <a:ext cx="72695" cy="246221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square" rtlCol="0">
            <a:spAutoFit/>
          </a:bodyPr>
          <a:lstStyle/>
          <a:p>
            <a:r>
              <a:rPr lang="en-GB" sz="1000" dirty="0"/>
              <a:t>1</a:t>
            </a:r>
          </a:p>
        </p:txBody>
      </p:sp>
      <p:cxnSp>
        <p:nvCxnSpPr>
          <p:cNvPr id="77" name="Connector: Curved 76">
            <a:extLst>
              <a:ext uri="{FF2B5EF4-FFF2-40B4-BE49-F238E27FC236}">
                <a16:creationId xmlns:a16="http://schemas.microsoft.com/office/drawing/2014/main" id="{6E2A13B1-744C-4E94-BC11-A0B24DDC712C}"/>
              </a:ext>
            </a:extLst>
          </p:cNvPr>
          <p:cNvCxnSpPr>
            <a:cxnSpLocks/>
            <a:stCxn id="74" idx="6"/>
            <a:endCxn id="74" idx="5"/>
          </p:cNvCxnSpPr>
          <p:nvPr/>
        </p:nvCxnSpPr>
        <p:spPr>
          <a:xfrm flipH="1">
            <a:off x="7172280" y="3005983"/>
            <a:ext cx="66723" cy="141655"/>
          </a:xfrm>
          <a:prstGeom prst="curvedConnector4">
            <a:avLst>
              <a:gd name="adj1" fmla="val -175774"/>
              <a:gd name="adj2" fmla="val 145631"/>
            </a:avLst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C42E6D98-C05C-4F31-A11E-CC94BB22B3DD}"/>
              </a:ext>
            </a:extLst>
          </p:cNvPr>
          <p:cNvCxnSpPr>
            <a:cxnSpLocks/>
            <a:stCxn id="66" idx="6"/>
            <a:endCxn id="73" idx="1"/>
          </p:cNvCxnSpPr>
          <p:nvPr/>
        </p:nvCxnSpPr>
        <p:spPr>
          <a:xfrm flipV="1">
            <a:off x="4753562" y="3009799"/>
            <a:ext cx="985492" cy="17074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C591AFD5-9977-4DBA-92C9-6141F8D3B566}"/>
              </a:ext>
            </a:extLst>
          </p:cNvPr>
          <p:cNvSpPr txBox="1"/>
          <p:nvPr/>
        </p:nvSpPr>
        <p:spPr>
          <a:xfrm>
            <a:off x="5154412" y="2839283"/>
            <a:ext cx="287258" cy="246221"/>
          </a:xfrm>
          <a:prstGeom prst="rect">
            <a:avLst/>
          </a:prstGeom>
          <a:noFill/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l-GR" sz="1000" dirty="0"/>
              <a:t>λ</a:t>
            </a:r>
            <a:r>
              <a:rPr lang="en-GB" sz="1000" baseline="-25000" dirty="0"/>
              <a:t>6</a:t>
            </a:r>
            <a:endParaRPr lang="en-GB" sz="1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604B65A6-6C74-4483-A70E-5B7B1CDFD25B}"/>
                  </a:ext>
                </a:extLst>
              </p:cNvPr>
              <p:cNvSpPr txBox="1"/>
              <p:nvPr/>
            </p:nvSpPr>
            <p:spPr>
              <a:xfrm>
                <a:off x="3481529" y="3315028"/>
                <a:ext cx="30489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604B65A6-6C74-4483-A70E-5B7B1CDFD2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1529" y="3315028"/>
                <a:ext cx="304892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47DB7181-1A5C-4FF8-889F-D67179CDB851}"/>
                  </a:ext>
                </a:extLst>
              </p:cNvPr>
              <p:cNvSpPr txBox="1"/>
              <p:nvPr/>
            </p:nvSpPr>
            <p:spPr>
              <a:xfrm>
                <a:off x="7357951" y="2519923"/>
                <a:ext cx="118815" cy="2514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sz="1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GB" sz="1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a:rPr lang="en-GB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sz="1000" dirty="0"/>
              </a:p>
            </p:txBody>
          </p:sp>
        </mc:Choice>
        <mc:Fallback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47DB7181-1A5C-4FF8-889F-D67179CDB8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7951" y="2519923"/>
                <a:ext cx="118815" cy="251415"/>
              </a:xfrm>
              <a:prstGeom prst="rect">
                <a:avLst/>
              </a:prstGeom>
              <a:blipFill>
                <a:blip r:embed="rId7"/>
                <a:stretch>
                  <a:fillRect r="-1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229E95CB-6806-48BA-9FA6-C748860BA060}"/>
                  </a:ext>
                </a:extLst>
              </p:cNvPr>
              <p:cNvSpPr txBox="1"/>
              <p:nvPr/>
            </p:nvSpPr>
            <p:spPr>
              <a:xfrm>
                <a:off x="7357951" y="3540830"/>
                <a:ext cx="118815" cy="2491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sz="1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GB" sz="10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  <m:sup>
                          <m:r>
                            <a:rPr lang="en-GB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sz="1000" dirty="0"/>
              </a:p>
            </p:txBody>
          </p:sp>
        </mc:Choice>
        <mc:Fallback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229E95CB-6806-48BA-9FA6-C748860BA0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7951" y="3540830"/>
                <a:ext cx="118815" cy="249171"/>
              </a:xfrm>
              <a:prstGeom prst="rect">
                <a:avLst/>
              </a:prstGeom>
              <a:blipFill>
                <a:blip r:embed="rId8"/>
                <a:stretch>
                  <a:fillRect r="-1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Rectangle 82">
            <a:extLst>
              <a:ext uri="{FF2B5EF4-FFF2-40B4-BE49-F238E27FC236}">
                <a16:creationId xmlns:a16="http://schemas.microsoft.com/office/drawing/2014/main" id="{839D8A6E-BCF2-4443-B94B-B5DBEA8B8476}"/>
              </a:ext>
            </a:extLst>
          </p:cNvPr>
          <p:cNvSpPr/>
          <p:nvPr/>
        </p:nvSpPr>
        <p:spPr>
          <a:xfrm>
            <a:off x="5739054" y="3357920"/>
            <a:ext cx="592131" cy="36582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SCORE 7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27839596-4890-4B15-A59B-D28777AE4293}"/>
              </a:ext>
            </a:extLst>
          </p:cNvPr>
          <p:cNvSpPr/>
          <p:nvPr/>
        </p:nvSpPr>
        <p:spPr>
          <a:xfrm>
            <a:off x="6783393" y="3340500"/>
            <a:ext cx="455610" cy="400661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E7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2007B005-903F-4FD7-9305-751816C3558D}"/>
              </a:ext>
            </a:extLst>
          </p:cNvPr>
          <p:cNvCxnSpPr>
            <a:cxnSpLocks/>
            <a:stCxn id="84" idx="2"/>
            <a:endCxn id="83" idx="3"/>
          </p:cNvCxnSpPr>
          <p:nvPr/>
        </p:nvCxnSpPr>
        <p:spPr>
          <a:xfrm flipH="1">
            <a:off x="6331185" y="3540831"/>
            <a:ext cx="45220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1223F6A4-E220-4C52-8E82-445520E2556A}"/>
              </a:ext>
            </a:extLst>
          </p:cNvPr>
          <p:cNvSpPr txBox="1"/>
          <p:nvPr/>
        </p:nvSpPr>
        <p:spPr>
          <a:xfrm>
            <a:off x="6519508" y="3825643"/>
            <a:ext cx="72695" cy="246221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square" rtlCol="0">
            <a:spAutoFit/>
          </a:bodyPr>
          <a:lstStyle/>
          <a:p>
            <a:r>
              <a:rPr lang="en-GB" sz="1000" dirty="0"/>
              <a:t>1</a:t>
            </a:r>
          </a:p>
        </p:txBody>
      </p:sp>
      <p:cxnSp>
        <p:nvCxnSpPr>
          <p:cNvPr id="87" name="Connector: Curved 86">
            <a:extLst>
              <a:ext uri="{FF2B5EF4-FFF2-40B4-BE49-F238E27FC236}">
                <a16:creationId xmlns:a16="http://schemas.microsoft.com/office/drawing/2014/main" id="{CA3CF7F9-10CD-402F-B2BD-9FC0D6CD17E6}"/>
              </a:ext>
            </a:extLst>
          </p:cNvPr>
          <p:cNvCxnSpPr>
            <a:cxnSpLocks/>
            <a:stCxn id="84" idx="6"/>
            <a:endCxn id="84" idx="5"/>
          </p:cNvCxnSpPr>
          <p:nvPr/>
        </p:nvCxnSpPr>
        <p:spPr>
          <a:xfrm flipH="1">
            <a:off x="7172280" y="3540831"/>
            <a:ext cx="66723" cy="141655"/>
          </a:xfrm>
          <a:prstGeom prst="curvedConnector4">
            <a:avLst>
              <a:gd name="adj1" fmla="val -140024"/>
              <a:gd name="adj2" fmla="val 156857"/>
            </a:avLst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7DAE9E95-20B6-4227-8334-B2D1EB4A729A}"/>
              </a:ext>
            </a:extLst>
          </p:cNvPr>
          <p:cNvCxnSpPr>
            <a:cxnSpLocks/>
            <a:stCxn id="66" idx="6"/>
            <a:endCxn id="83" idx="1"/>
          </p:cNvCxnSpPr>
          <p:nvPr/>
        </p:nvCxnSpPr>
        <p:spPr>
          <a:xfrm>
            <a:off x="4753562" y="3180542"/>
            <a:ext cx="985492" cy="36028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DF40CDC4-7115-4523-ACA8-59D7F21EA33A}"/>
              </a:ext>
            </a:extLst>
          </p:cNvPr>
          <p:cNvSpPr txBox="1"/>
          <p:nvPr/>
        </p:nvSpPr>
        <p:spPr>
          <a:xfrm>
            <a:off x="5154487" y="3161668"/>
            <a:ext cx="287258" cy="246221"/>
          </a:xfrm>
          <a:prstGeom prst="rect">
            <a:avLst/>
          </a:prstGeom>
          <a:noFill/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l-GR" sz="1000" dirty="0"/>
              <a:t>λ</a:t>
            </a:r>
            <a:r>
              <a:rPr lang="en-GB" sz="1000" baseline="-25000" dirty="0"/>
              <a:t>7</a:t>
            </a:r>
            <a:endParaRPr lang="en-GB" sz="1000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4E467597-F7EE-488E-B2B8-8BC9218E47F5}"/>
              </a:ext>
            </a:extLst>
          </p:cNvPr>
          <p:cNvSpPr/>
          <p:nvPr/>
        </p:nvSpPr>
        <p:spPr>
          <a:xfrm>
            <a:off x="5736186" y="3889445"/>
            <a:ext cx="592131" cy="36582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SCORE 8</a:t>
            </a: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C82AE018-C77D-437F-944C-2E56CFFD7DE6}"/>
              </a:ext>
            </a:extLst>
          </p:cNvPr>
          <p:cNvSpPr/>
          <p:nvPr/>
        </p:nvSpPr>
        <p:spPr>
          <a:xfrm>
            <a:off x="6783393" y="3874009"/>
            <a:ext cx="455610" cy="400661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E8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6EFE2C26-F34F-4B50-85C2-79EEE631CF84}"/>
              </a:ext>
            </a:extLst>
          </p:cNvPr>
          <p:cNvCxnSpPr>
            <a:cxnSpLocks/>
            <a:stCxn id="91" idx="2"/>
            <a:endCxn id="90" idx="3"/>
          </p:cNvCxnSpPr>
          <p:nvPr/>
        </p:nvCxnSpPr>
        <p:spPr>
          <a:xfrm flipH="1" flipV="1">
            <a:off x="6328317" y="4072356"/>
            <a:ext cx="455076" cy="198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3DF1CFC3-BB36-40B4-ACD4-F25F641110DF}"/>
              </a:ext>
            </a:extLst>
          </p:cNvPr>
          <p:cNvSpPr txBox="1"/>
          <p:nvPr/>
        </p:nvSpPr>
        <p:spPr>
          <a:xfrm>
            <a:off x="6519241" y="3308383"/>
            <a:ext cx="72695" cy="246221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r>
              <a:rPr lang="en-GB" sz="1000" dirty="0"/>
              <a:t>1</a:t>
            </a:r>
          </a:p>
        </p:txBody>
      </p:sp>
      <p:cxnSp>
        <p:nvCxnSpPr>
          <p:cNvPr id="94" name="Connector: Curved 93">
            <a:extLst>
              <a:ext uri="{FF2B5EF4-FFF2-40B4-BE49-F238E27FC236}">
                <a16:creationId xmlns:a16="http://schemas.microsoft.com/office/drawing/2014/main" id="{0F8A0CFD-8251-4198-8B54-0C5B56D881E9}"/>
              </a:ext>
            </a:extLst>
          </p:cNvPr>
          <p:cNvCxnSpPr>
            <a:cxnSpLocks/>
            <a:stCxn id="91" idx="5"/>
            <a:endCxn id="91" idx="6"/>
          </p:cNvCxnSpPr>
          <p:nvPr/>
        </p:nvCxnSpPr>
        <p:spPr>
          <a:xfrm rot="5400000" flipH="1" flipV="1">
            <a:off x="7134813" y="4111806"/>
            <a:ext cx="141655" cy="66723"/>
          </a:xfrm>
          <a:prstGeom prst="curvedConnector4">
            <a:avLst>
              <a:gd name="adj1" fmla="val -45631"/>
              <a:gd name="adj2" fmla="val 299607"/>
            </a:avLst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02286A3B-6D83-40F6-92E5-F0B573751927}"/>
              </a:ext>
            </a:extLst>
          </p:cNvPr>
          <p:cNvCxnSpPr>
            <a:cxnSpLocks/>
            <a:stCxn id="66" idx="6"/>
            <a:endCxn id="90" idx="1"/>
          </p:cNvCxnSpPr>
          <p:nvPr/>
        </p:nvCxnSpPr>
        <p:spPr>
          <a:xfrm>
            <a:off x="4753562" y="3180542"/>
            <a:ext cx="982624" cy="8918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F03DFC6F-B96C-42D4-BAF8-AF7872AE0C3A}"/>
              </a:ext>
            </a:extLst>
          </p:cNvPr>
          <p:cNvSpPr txBox="1"/>
          <p:nvPr/>
        </p:nvSpPr>
        <p:spPr>
          <a:xfrm>
            <a:off x="5068669" y="3592027"/>
            <a:ext cx="287258" cy="246221"/>
          </a:xfrm>
          <a:prstGeom prst="rect">
            <a:avLst/>
          </a:prstGeom>
          <a:noFill/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l-GR" sz="1000" dirty="0"/>
              <a:t>λ</a:t>
            </a:r>
            <a:r>
              <a:rPr lang="en-GB" sz="1000" baseline="-25000" dirty="0"/>
              <a:t>8</a:t>
            </a:r>
            <a:endParaRPr lang="en-GB" sz="10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4B46E53-34E0-4559-9540-8791EA4010E1}"/>
              </a:ext>
            </a:extLst>
          </p:cNvPr>
          <p:cNvSpPr txBox="1"/>
          <p:nvPr/>
        </p:nvSpPr>
        <p:spPr>
          <a:xfrm>
            <a:off x="6513774" y="2772498"/>
            <a:ext cx="72695" cy="246221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r>
              <a:rPr lang="en-GB" sz="1000" dirty="0"/>
              <a:t>1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17B4DD9-EABA-4595-894A-9F983D3E2815}"/>
              </a:ext>
            </a:extLst>
          </p:cNvPr>
          <p:cNvSpPr txBox="1"/>
          <p:nvPr/>
        </p:nvSpPr>
        <p:spPr>
          <a:xfrm>
            <a:off x="6515796" y="2314870"/>
            <a:ext cx="72695" cy="246221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r>
              <a:rPr lang="en-GB" sz="1000" dirty="0"/>
              <a:t>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D19D5C3C-9364-4573-A4B8-C3C9209431AB}"/>
                  </a:ext>
                </a:extLst>
              </p:cNvPr>
              <p:cNvSpPr txBox="1"/>
              <p:nvPr/>
            </p:nvSpPr>
            <p:spPr>
              <a:xfrm>
                <a:off x="7357951" y="3048183"/>
                <a:ext cx="118815" cy="2484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sz="1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GB" sz="1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a:rPr lang="en-GB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sz="1000" dirty="0"/>
              </a:p>
            </p:txBody>
          </p:sp>
        </mc:Choice>
        <mc:Fallback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D19D5C3C-9364-4573-A4B8-C3C9209431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7951" y="3048183"/>
                <a:ext cx="118815" cy="248401"/>
              </a:xfrm>
              <a:prstGeom prst="rect">
                <a:avLst/>
              </a:prstGeom>
              <a:blipFill>
                <a:blip r:embed="rId9"/>
                <a:stretch>
                  <a:fillRect r="-1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B3B4F826-E503-4F58-8AE8-754A9BE38954}"/>
                  </a:ext>
                </a:extLst>
              </p:cNvPr>
              <p:cNvSpPr txBox="1"/>
              <p:nvPr/>
            </p:nvSpPr>
            <p:spPr>
              <a:xfrm>
                <a:off x="7357951" y="4051283"/>
                <a:ext cx="118815" cy="2484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sz="1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GB" sz="1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  <m:sup>
                          <m:r>
                            <a:rPr lang="en-GB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sz="1000" dirty="0"/>
              </a:p>
            </p:txBody>
          </p:sp>
        </mc:Choice>
        <mc:Fallback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B3B4F826-E503-4F58-8AE8-754A9BE389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7951" y="4051283"/>
                <a:ext cx="118815" cy="248401"/>
              </a:xfrm>
              <a:prstGeom prst="rect">
                <a:avLst/>
              </a:prstGeom>
              <a:blipFill>
                <a:blip r:embed="rId10"/>
                <a:stretch>
                  <a:fillRect r="-1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Oval 100">
            <a:extLst>
              <a:ext uri="{FF2B5EF4-FFF2-40B4-BE49-F238E27FC236}">
                <a16:creationId xmlns:a16="http://schemas.microsoft.com/office/drawing/2014/main" id="{B8C8108D-31D7-4D4F-B5AF-5BABBF2E366E}"/>
              </a:ext>
            </a:extLst>
          </p:cNvPr>
          <p:cNvSpPr/>
          <p:nvPr/>
        </p:nvSpPr>
        <p:spPr>
          <a:xfrm>
            <a:off x="1817979" y="1756245"/>
            <a:ext cx="1148505" cy="80709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TRUTH</a:t>
            </a: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2342027F-E0AE-4F29-962C-8C4806BE73D2}"/>
              </a:ext>
            </a:extLst>
          </p:cNvPr>
          <p:cNvCxnSpPr>
            <a:cxnSpLocks/>
            <a:stCxn id="101" idx="6"/>
            <a:endCxn id="5" idx="3"/>
          </p:cNvCxnSpPr>
          <p:nvPr/>
        </p:nvCxnSpPr>
        <p:spPr>
          <a:xfrm flipV="1">
            <a:off x="2966484" y="1326004"/>
            <a:ext cx="1039014" cy="83379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CB6293DF-6455-4CD2-B0E4-1EE1B2A0A704}"/>
              </a:ext>
            </a:extLst>
          </p:cNvPr>
          <p:cNvCxnSpPr>
            <a:cxnSpLocks/>
            <a:stCxn id="101" idx="6"/>
            <a:endCxn id="66" idx="1"/>
          </p:cNvCxnSpPr>
          <p:nvPr/>
        </p:nvCxnSpPr>
        <p:spPr>
          <a:xfrm>
            <a:off x="2966484" y="2159794"/>
            <a:ext cx="1039014" cy="73539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: Curved 115">
            <a:extLst>
              <a:ext uri="{FF2B5EF4-FFF2-40B4-BE49-F238E27FC236}">
                <a16:creationId xmlns:a16="http://schemas.microsoft.com/office/drawing/2014/main" id="{9876A479-45A2-46E8-895A-8A2B70867C91}"/>
              </a:ext>
            </a:extLst>
          </p:cNvPr>
          <p:cNvCxnSpPr>
            <a:cxnSpLocks/>
            <a:stCxn id="101" idx="2"/>
            <a:endCxn id="101" idx="1"/>
          </p:cNvCxnSpPr>
          <p:nvPr/>
        </p:nvCxnSpPr>
        <p:spPr>
          <a:xfrm rot="10800000" flipH="1">
            <a:off x="1817978" y="1874442"/>
            <a:ext cx="168195" cy="285352"/>
          </a:xfrm>
          <a:prstGeom prst="curvedConnector4">
            <a:avLst>
              <a:gd name="adj1" fmla="val -72698"/>
              <a:gd name="adj2" fmla="val 106023"/>
            </a:avLst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A7460FD4-D45A-49D0-AB68-D84D76C1AAB2}"/>
                  </a:ext>
                </a:extLst>
              </p:cNvPr>
              <p:cNvSpPr txBox="1"/>
              <p:nvPr/>
            </p:nvSpPr>
            <p:spPr>
              <a:xfrm>
                <a:off x="1507978" y="1698358"/>
                <a:ext cx="30489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A7460FD4-D45A-49D0-AB68-D84D76C1AA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978" y="1698358"/>
                <a:ext cx="304892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0686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3679C58-CC37-45D9-9595-F552B6CD8136}"/>
              </a:ext>
            </a:extLst>
          </p:cNvPr>
          <p:cNvSpPr/>
          <p:nvPr/>
        </p:nvSpPr>
        <p:spPr>
          <a:xfrm>
            <a:off x="5150604" y="278977"/>
            <a:ext cx="938632" cy="727055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ITEM 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8F843EA-24E0-45D1-A1F6-2BA1CFCA9010}"/>
              </a:ext>
            </a:extLst>
          </p:cNvPr>
          <p:cNvSpPr/>
          <p:nvPr/>
        </p:nvSpPr>
        <p:spPr>
          <a:xfrm>
            <a:off x="1314773" y="1239864"/>
            <a:ext cx="1805553" cy="1604075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FACTOR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60FEDF8-6CFC-465D-82C0-B18172D83011}"/>
              </a:ext>
            </a:extLst>
          </p:cNvPr>
          <p:cNvSpPr/>
          <p:nvPr/>
        </p:nvSpPr>
        <p:spPr>
          <a:xfrm>
            <a:off x="7302114" y="235854"/>
            <a:ext cx="896317" cy="796299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ERROR</a:t>
            </a:r>
          </a:p>
          <a:p>
            <a:pPr algn="ctr"/>
            <a:r>
              <a:rPr lang="en-GB" sz="12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F429E3C-7167-4C2A-B2DF-BACB9A4695C5}"/>
              </a:ext>
            </a:extLst>
          </p:cNvPr>
          <p:cNvCxnSpPr>
            <a:cxnSpLocks/>
            <a:stCxn id="5" idx="6"/>
            <a:endCxn id="4" idx="1"/>
          </p:cNvCxnSpPr>
          <p:nvPr/>
        </p:nvCxnSpPr>
        <p:spPr>
          <a:xfrm flipV="1">
            <a:off x="3120326" y="642505"/>
            <a:ext cx="2030278" cy="139939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E5C6824-9534-45F4-9FF2-47C3429B174A}"/>
              </a:ext>
            </a:extLst>
          </p:cNvPr>
          <p:cNvCxnSpPr>
            <a:stCxn id="6" idx="2"/>
            <a:endCxn id="4" idx="3"/>
          </p:cNvCxnSpPr>
          <p:nvPr/>
        </p:nvCxnSpPr>
        <p:spPr>
          <a:xfrm flipH="1">
            <a:off x="6089236" y="634004"/>
            <a:ext cx="1212878" cy="850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456E4F1-DE66-4E9D-809D-41B4EE6071B1}"/>
              </a:ext>
            </a:extLst>
          </p:cNvPr>
          <p:cNvSpPr txBox="1"/>
          <p:nvPr/>
        </p:nvSpPr>
        <p:spPr>
          <a:xfrm>
            <a:off x="3824115" y="993484"/>
            <a:ext cx="370614" cy="369332"/>
          </a:xfrm>
          <a:prstGeom prst="rect">
            <a:avLst/>
          </a:prstGeom>
          <a:noFill/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l-GR" dirty="0"/>
              <a:t>λ</a:t>
            </a:r>
            <a:r>
              <a:rPr lang="en-GB" baseline="-25000" dirty="0"/>
              <a:t>1</a:t>
            </a:r>
            <a:endParaRPr lang="en-GB" dirty="0"/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C2E09663-D1F4-4EE0-BE9B-ABB78BF0BC0E}"/>
              </a:ext>
            </a:extLst>
          </p:cNvPr>
          <p:cNvCxnSpPr>
            <a:cxnSpLocks/>
            <a:stCxn id="5" idx="2"/>
            <a:endCxn id="5" idx="3"/>
          </p:cNvCxnSpPr>
          <p:nvPr/>
        </p:nvCxnSpPr>
        <p:spPr>
          <a:xfrm rot="10800000" flipH="1" flipV="1">
            <a:off x="1314772" y="2041902"/>
            <a:ext cx="264417" cy="567126"/>
          </a:xfrm>
          <a:prstGeom prst="curvedConnector4">
            <a:avLst>
              <a:gd name="adj1" fmla="val -250571"/>
              <a:gd name="adj2" fmla="val 18173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FBD55DE1-401C-4871-9944-22845DD34446}"/>
              </a:ext>
            </a:extLst>
          </p:cNvPr>
          <p:cNvCxnSpPr>
            <a:cxnSpLocks/>
            <a:stCxn id="6" idx="6"/>
            <a:endCxn id="6" idx="5"/>
          </p:cNvCxnSpPr>
          <p:nvPr/>
        </p:nvCxnSpPr>
        <p:spPr>
          <a:xfrm flipH="1">
            <a:off x="8067168" y="634004"/>
            <a:ext cx="131263" cy="281534"/>
          </a:xfrm>
          <a:prstGeom prst="curvedConnector4">
            <a:avLst>
              <a:gd name="adj1" fmla="val -206182"/>
              <a:gd name="adj2" fmla="val 136754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599956DB-86B7-4C47-A148-3B43F22866A1}"/>
              </a:ext>
            </a:extLst>
          </p:cNvPr>
          <p:cNvSpPr/>
          <p:nvPr/>
        </p:nvSpPr>
        <p:spPr>
          <a:xfrm>
            <a:off x="5150604" y="1339028"/>
            <a:ext cx="938632" cy="727055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ITEM 2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DE0B9F1-A3D1-42C9-8AD6-7EF820230F07}"/>
              </a:ext>
            </a:extLst>
          </p:cNvPr>
          <p:cNvSpPr/>
          <p:nvPr/>
        </p:nvSpPr>
        <p:spPr>
          <a:xfrm>
            <a:off x="7302114" y="1296822"/>
            <a:ext cx="896317" cy="796299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ERROR 2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8573A8B-D30A-4AAA-A2DF-FE7A0EF9C6ED}"/>
              </a:ext>
            </a:extLst>
          </p:cNvPr>
          <p:cNvCxnSpPr>
            <a:stCxn id="16" idx="2"/>
            <a:endCxn id="14" idx="3"/>
          </p:cNvCxnSpPr>
          <p:nvPr/>
        </p:nvCxnSpPr>
        <p:spPr>
          <a:xfrm flipH="1">
            <a:off x="6089236" y="1694972"/>
            <a:ext cx="1212878" cy="758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A926A9B-BB56-4641-BBC0-A1F0E5BE4B00}"/>
              </a:ext>
            </a:extLst>
          </p:cNvPr>
          <p:cNvSpPr txBox="1"/>
          <p:nvPr/>
        </p:nvSpPr>
        <p:spPr>
          <a:xfrm>
            <a:off x="7910860" y="2563208"/>
            <a:ext cx="149764" cy="276999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square" rtlCol="0">
            <a:spAutoFit/>
          </a:bodyPr>
          <a:lstStyle/>
          <a:p>
            <a:r>
              <a:rPr lang="en-GB" sz="1200" dirty="0"/>
              <a:t>1</a:t>
            </a:r>
          </a:p>
        </p:txBody>
      </p: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AA9EC6D0-7B32-49BE-95A4-E8BAB471F9F5}"/>
              </a:ext>
            </a:extLst>
          </p:cNvPr>
          <p:cNvCxnSpPr>
            <a:cxnSpLocks/>
            <a:stCxn id="16" idx="6"/>
            <a:endCxn id="16" idx="5"/>
          </p:cNvCxnSpPr>
          <p:nvPr/>
        </p:nvCxnSpPr>
        <p:spPr>
          <a:xfrm flipH="1">
            <a:off x="8067168" y="1694972"/>
            <a:ext cx="131263" cy="281534"/>
          </a:xfrm>
          <a:prstGeom prst="curvedConnector4">
            <a:avLst>
              <a:gd name="adj1" fmla="val -174154"/>
              <a:gd name="adj2" fmla="val 136754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B630B6D-E424-4C33-8586-4377C6DF0E25}"/>
              </a:ext>
            </a:extLst>
          </p:cNvPr>
          <p:cNvCxnSpPr>
            <a:cxnSpLocks/>
            <a:stCxn id="5" idx="6"/>
            <a:endCxn id="14" idx="1"/>
          </p:cNvCxnSpPr>
          <p:nvPr/>
        </p:nvCxnSpPr>
        <p:spPr>
          <a:xfrm flipV="1">
            <a:off x="3120326" y="1702556"/>
            <a:ext cx="2030278" cy="33934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223EC97-B026-471A-8F49-E8023EABF955}"/>
              </a:ext>
            </a:extLst>
          </p:cNvPr>
          <p:cNvSpPr txBox="1"/>
          <p:nvPr/>
        </p:nvSpPr>
        <p:spPr>
          <a:xfrm>
            <a:off x="3912869" y="1518038"/>
            <a:ext cx="370614" cy="369332"/>
          </a:xfrm>
          <a:prstGeom prst="rect">
            <a:avLst/>
          </a:prstGeom>
          <a:noFill/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l-GR" dirty="0"/>
              <a:t>λ</a:t>
            </a:r>
            <a:r>
              <a:rPr lang="en-GB" baseline="-25000" dirty="0"/>
              <a:t>2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8D8693C-597D-4A1C-9E6C-5847FB62B2FE}"/>
                  </a:ext>
                </a:extLst>
              </p:cNvPr>
              <p:cNvSpPr txBox="1"/>
              <p:nvPr/>
            </p:nvSpPr>
            <p:spPr>
              <a:xfrm>
                <a:off x="302217" y="2655129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8D8693C-597D-4A1C-9E6C-5847FB62B2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217" y="2655129"/>
                <a:ext cx="365805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BC630C7-81E8-433B-AC7A-516D34FF9253}"/>
                  </a:ext>
                </a:extLst>
              </p:cNvPr>
              <p:cNvSpPr txBox="1"/>
              <p:nvPr/>
            </p:nvSpPr>
            <p:spPr>
              <a:xfrm>
                <a:off x="8485800" y="728948"/>
                <a:ext cx="244778" cy="3731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BC630C7-81E8-433B-AC7A-516D34FF92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5800" y="728948"/>
                <a:ext cx="244778" cy="373179"/>
              </a:xfrm>
              <a:prstGeom prst="rect">
                <a:avLst/>
              </a:prstGeom>
              <a:blipFill>
                <a:blip r:embed="rId3"/>
                <a:stretch>
                  <a:fillRect r="-95000" b="-16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7D4C02A-CDA2-4E12-ADC0-2D3D281003F7}"/>
                  </a:ext>
                </a:extLst>
              </p:cNvPr>
              <p:cNvSpPr txBox="1"/>
              <p:nvPr/>
            </p:nvSpPr>
            <p:spPr>
              <a:xfrm>
                <a:off x="8485800" y="2757960"/>
                <a:ext cx="244778" cy="3731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7D4C02A-CDA2-4E12-ADC0-2D3D281003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5800" y="2757960"/>
                <a:ext cx="244778" cy="373179"/>
              </a:xfrm>
              <a:prstGeom prst="rect">
                <a:avLst/>
              </a:prstGeom>
              <a:blipFill>
                <a:blip r:embed="rId4"/>
                <a:stretch>
                  <a:fillRect r="-9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BC1D1CEA-1258-4357-BFD5-A39CCB486489}"/>
              </a:ext>
            </a:extLst>
          </p:cNvPr>
          <p:cNvSpPr/>
          <p:nvPr/>
        </p:nvSpPr>
        <p:spPr>
          <a:xfrm>
            <a:off x="5150604" y="2394433"/>
            <a:ext cx="938632" cy="727055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ITEM 3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EBBEDA4-5051-4011-89CD-4B8143B42DD5}"/>
              </a:ext>
            </a:extLst>
          </p:cNvPr>
          <p:cNvSpPr/>
          <p:nvPr/>
        </p:nvSpPr>
        <p:spPr>
          <a:xfrm>
            <a:off x="7302115" y="2359811"/>
            <a:ext cx="896317" cy="796299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ERROR 3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6AC9FE4-BD97-4FDD-8DAB-420DFC19E81A}"/>
              </a:ext>
            </a:extLst>
          </p:cNvPr>
          <p:cNvCxnSpPr>
            <a:cxnSpLocks/>
            <a:stCxn id="26" idx="2"/>
            <a:endCxn id="25" idx="3"/>
          </p:cNvCxnSpPr>
          <p:nvPr/>
        </p:nvCxnSpPr>
        <p:spPr>
          <a:xfrm flipH="1">
            <a:off x="6089236" y="2757961"/>
            <a:ext cx="1212879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7E6CC5E-3357-43BC-AB1E-4FA812416836}"/>
              </a:ext>
            </a:extLst>
          </p:cNvPr>
          <p:cNvSpPr txBox="1"/>
          <p:nvPr/>
        </p:nvSpPr>
        <p:spPr>
          <a:xfrm>
            <a:off x="6746656" y="3547084"/>
            <a:ext cx="149764" cy="276999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square" rtlCol="0">
            <a:spAutoFit/>
          </a:bodyPr>
          <a:lstStyle/>
          <a:p>
            <a:r>
              <a:rPr lang="en-GB" sz="1200" dirty="0"/>
              <a:t>1</a:t>
            </a:r>
          </a:p>
        </p:txBody>
      </p:sp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A113E1FA-9101-4526-8C88-35C447D8349C}"/>
              </a:ext>
            </a:extLst>
          </p:cNvPr>
          <p:cNvCxnSpPr>
            <a:cxnSpLocks/>
            <a:stCxn id="26" idx="6"/>
            <a:endCxn id="26" idx="5"/>
          </p:cNvCxnSpPr>
          <p:nvPr/>
        </p:nvCxnSpPr>
        <p:spPr>
          <a:xfrm flipH="1">
            <a:off x="8067169" y="2757961"/>
            <a:ext cx="131263" cy="281534"/>
          </a:xfrm>
          <a:prstGeom prst="curvedConnector4">
            <a:avLst>
              <a:gd name="adj1" fmla="val -174154"/>
              <a:gd name="adj2" fmla="val 118088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63412E1-6802-46B8-9144-8CB4EEA89B1C}"/>
              </a:ext>
            </a:extLst>
          </p:cNvPr>
          <p:cNvCxnSpPr>
            <a:cxnSpLocks/>
            <a:stCxn id="5" idx="6"/>
            <a:endCxn id="25" idx="1"/>
          </p:cNvCxnSpPr>
          <p:nvPr/>
        </p:nvCxnSpPr>
        <p:spPr>
          <a:xfrm>
            <a:off x="3120326" y="2041902"/>
            <a:ext cx="2030278" cy="71605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4FC6B636-5ACA-4225-9269-415EBF44ED12}"/>
              </a:ext>
            </a:extLst>
          </p:cNvPr>
          <p:cNvSpPr txBox="1"/>
          <p:nvPr/>
        </p:nvSpPr>
        <p:spPr>
          <a:xfrm>
            <a:off x="3946142" y="2051305"/>
            <a:ext cx="370614" cy="369332"/>
          </a:xfrm>
          <a:prstGeom prst="rect">
            <a:avLst/>
          </a:prstGeom>
          <a:noFill/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l-GR" dirty="0"/>
              <a:t>λ</a:t>
            </a:r>
            <a:r>
              <a:rPr lang="en-GB" baseline="-25000" dirty="0"/>
              <a:t>3</a:t>
            </a:r>
            <a:endParaRPr lang="en-GB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0ED71EA-4D6D-42AB-B272-39E33DD09C9D}"/>
              </a:ext>
            </a:extLst>
          </p:cNvPr>
          <p:cNvSpPr/>
          <p:nvPr/>
        </p:nvSpPr>
        <p:spPr>
          <a:xfrm>
            <a:off x="5144695" y="3450818"/>
            <a:ext cx="938632" cy="727055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ITEM 4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66C684F-166E-4E88-8DEE-CC355766C94A}"/>
              </a:ext>
            </a:extLst>
          </p:cNvPr>
          <p:cNvSpPr/>
          <p:nvPr/>
        </p:nvSpPr>
        <p:spPr>
          <a:xfrm>
            <a:off x="7302115" y="3420139"/>
            <a:ext cx="896317" cy="796299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ERROR 4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27473C8-004B-4A5D-853F-2DFC307AD3CF}"/>
              </a:ext>
            </a:extLst>
          </p:cNvPr>
          <p:cNvCxnSpPr>
            <a:stCxn id="33" idx="2"/>
            <a:endCxn id="32" idx="3"/>
          </p:cNvCxnSpPr>
          <p:nvPr/>
        </p:nvCxnSpPr>
        <p:spPr>
          <a:xfrm flipH="1" flipV="1">
            <a:off x="6083327" y="3814346"/>
            <a:ext cx="1218788" cy="394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19EF30C-83A6-4192-9D47-72F48B49954C}"/>
              </a:ext>
            </a:extLst>
          </p:cNvPr>
          <p:cNvSpPr txBox="1"/>
          <p:nvPr/>
        </p:nvSpPr>
        <p:spPr>
          <a:xfrm>
            <a:off x="6746656" y="2409778"/>
            <a:ext cx="149764" cy="276999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square" rtlCol="0">
            <a:spAutoFit/>
          </a:bodyPr>
          <a:lstStyle/>
          <a:p>
            <a:r>
              <a:rPr lang="en-GB" sz="1200" dirty="0"/>
              <a:t>1</a:t>
            </a:r>
          </a:p>
        </p:txBody>
      </p:sp>
      <p:cxnSp>
        <p:nvCxnSpPr>
          <p:cNvPr id="36" name="Connector: Curved 35">
            <a:extLst>
              <a:ext uri="{FF2B5EF4-FFF2-40B4-BE49-F238E27FC236}">
                <a16:creationId xmlns:a16="http://schemas.microsoft.com/office/drawing/2014/main" id="{3A27A34F-2AD2-425B-8712-848F93AA7E48}"/>
              </a:ext>
            </a:extLst>
          </p:cNvPr>
          <p:cNvCxnSpPr>
            <a:cxnSpLocks/>
            <a:stCxn id="33" idx="5"/>
            <a:endCxn id="33" idx="6"/>
          </p:cNvCxnSpPr>
          <p:nvPr/>
        </p:nvCxnSpPr>
        <p:spPr>
          <a:xfrm rot="5400000" flipH="1" flipV="1">
            <a:off x="7992033" y="3893424"/>
            <a:ext cx="281534" cy="131263"/>
          </a:xfrm>
          <a:prstGeom prst="curvedConnector4">
            <a:avLst>
              <a:gd name="adj1" fmla="val -33021"/>
              <a:gd name="adj2" fmla="val 274154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5FC5E8C-FD27-4CB4-BD26-D8D931A7C228}"/>
              </a:ext>
            </a:extLst>
          </p:cNvPr>
          <p:cNvCxnSpPr>
            <a:cxnSpLocks/>
            <a:stCxn id="5" idx="6"/>
            <a:endCxn id="32" idx="1"/>
          </p:cNvCxnSpPr>
          <p:nvPr/>
        </p:nvCxnSpPr>
        <p:spPr>
          <a:xfrm>
            <a:off x="3120326" y="2041902"/>
            <a:ext cx="2024369" cy="177244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D60E46CD-DDA3-4285-94A4-65325A352491}"/>
              </a:ext>
            </a:extLst>
          </p:cNvPr>
          <p:cNvSpPr txBox="1"/>
          <p:nvPr/>
        </p:nvSpPr>
        <p:spPr>
          <a:xfrm>
            <a:off x="3897823" y="2920589"/>
            <a:ext cx="370614" cy="369332"/>
          </a:xfrm>
          <a:prstGeom prst="rect">
            <a:avLst/>
          </a:prstGeom>
          <a:noFill/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l-GR" dirty="0"/>
              <a:t>λ</a:t>
            </a:r>
            <a:r>
              <a:rPr lang="en-GB" baseline="-25000" dirty="0"/>
              <a:t>4</a:t>
            </a:r>
            <a:endParaRPr lang="en-GB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458814E-F4BE-43E0-843F-1722FB730029}"/>
              </a:ext>
            </a:extLst>
          </p:cNvPr>
          <p:cNvSpPr txBox="1"/>
          <p:nvPr/>
        </p:nvSpPr>
        <p:spPr>
          <a:xfrm>
            <a:off x="6743320" y="1374709"/>
            <a:ext cx="149764" cy="276999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square" rtlCol="0">
            <a:spAutoFit/>
          </a:bodyPr>
          <a:lstStyle/>
          <a:p>
            <a:r>
              <a:rPr lang="en-GB" sz="1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51CD461-229E-4AC0-8A44-D0DD9BE9B44C}"/>
              </a:ext>
            </a:extLst>
          </p:cNvPr>
          <p:cNvSpPr txBox="1"/>
          <p:nvPr/>
        </p:nvSpPr>
        <p:spPr>
          <a:xfrm>
            <a:off x="6750819" y="321413"/>
            <a:ext cx="149764" cy="276999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square" rtlCol="0">
            <a:spAutoFit/>
          </a:bodyPr>
          <a:lstStyle/>
          <a:p>
            <a:r>
              <a:rPr lang="en-GB" sz="1200" dirty="0"/>
              <a:t>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367E6A1-BB76-40DF-9777-222D071BF658}"/>
                  </a:ext>
                </a:extLst>
              </p:cNvPr>
              <p:cNvSpPr txBox="1"/>
              <p:nvPr/>
            </p:nvSpPr>
            <p:spPr>
              <a:xfrm>
                <a:off x="8485800" y="1778844"/>
                <a:ext cx="244778" cy="3731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367E6A1-BB76-40DF-9777-222D071BF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5800" y="1778844"/>
                <a:ext cx="244778" cy="373179"/>
              </a:xfrm>
              <a:prstGeom prst="rect">
                <a:avLst/>
              </a:prstGeom>
              <a:blipFill>
                <a:blip r:embed="rId5"/>
                <a:stretch>
                  <a:fillRect r="-95000" b="-16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165BF49-531A-4489-880F-2382AA7367C8}"/>
                  </a:ext>
                </a:extLst>
              </p:cNvPr>
              <p:cNvSpPr txBox="1"/>
              <p:nvPr/>
            </p:nvSpPr>
            <p:spPr>
              <a:xfrm>
                <a:off x="8485800" y="3772465"/>
                <a:ext cx="244778" cy="3731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165BF49-531A-4489-880F-2382AA736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5800" y="3772465"/>
                <a:ext cx="244778" cy="373179"/>
              </a:xfrm>
              <a:prstGeom prst="rect">
                <a:avLst/>
              </a:prstGeom>
              <a:blipFill>
                <a:blip r:embed="rId6"/>
                <a:stretch>
                  <a:fillRect r="-95000" b="-16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41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119</TotalTime>
  <Words>211</Words>
  <Application>Microsoft Office PowerPoint</Application>
  <PresentationFormat>Custom</PresentationFormat>
  <Paragraphs>160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Josiah King</dc:creator>
  <cp:lastModifiedBy>Josiah King</cp:lastModifiedBy>
  <cp:revision>22</cp:revision>
  <dcterms:created xsi:type="dcterms:W3CDTF">2025-09-24T19:34:52Z</dcterms:created>
  <dcterms:modified xsi:type="dcterms:W3CDTF">2025-11-14T09:39:53Z</dcterms:modified>
</cp:coreProperties>
</file>