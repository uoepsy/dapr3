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E2822-BE03-426C-A1E0-98CBCE6D78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04C37-E8BF-4F43-9333-3FE85CC735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D6770-D5DB-4CA5-B5AC-D352FA146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483D-9848-45F0-A78D-25DDD2F5981D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B866F-3CE6-4767-82DA-AB389CC2A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DA221-4961-4730-A656-1FC26E4E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2357-8DBD-4376-86D6-DA3AB9065D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777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AFCF2-AB2D-439F-9BAE-9F6A7C279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94B4A-CC69-46F8-A809-4050E3273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B0E63-8A52-4D9F-9FDE-0EAABE3E9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483D-9848-45F0-A78D-25DDD2F5981D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09B6D-3925-422C-9B69-BE7E7B9D9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C9CBD-D1E6-4C05-8BBA-D76FC4592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2357-8DBD-4376-86D6-DA3AB9065D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5576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6646D-CA9C-4094-8E6A-60919799E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B5625-384D-4F7F-A53A-BB2971970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4C4EE-AF98-465C-B878-2D994BA05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483D-9848-45F0-A78D-25DDD2F5981D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9FDF9-A127-4A24-972C-B7753CA3D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E4A02-BA01-4ED5-BD11-AF1BB9BD2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2357-8DBD-4376-86D6-DA3AB9065D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453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D4DB2-7A22-4A76-AE77-5418F43D3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6D352-6E4B-46C8-9BCC-BA2C1FB9AD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680C3A-FFD2-4C0E-B282-D86B5E702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C66AC-B0DF-4561-9A70-3024291DC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483D-9848-45F0-A78D-25DDD2F5981D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CDEF4-631E-4925-8361-674200EEC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8C6621-4DB1-4E63-8AA1-38847EAAB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2357-8DBD-4376-86D6-DA3AB9065D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4278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D3EA5-71F2-4E12-B892-1097DF116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AD211-419B-4194-9C0D-8825E085F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65AD7-953C-4E54-9CD4-5E73DB235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CB35DD-CA16-437A-8A5B-694654FFF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1454B6-1128-4E3D-B9F9-BCE8D3BC75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425C36-512F-43F9-AB45-49EAA1065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483D-9848-45F0-A78D-25DDD2F5981D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8E332-C007-45C2-B5A0-901E1F1EA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60170C-A192-402B-A5F2-3041F5567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2357-8DBD-4376-86D6-DA3AB9065D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713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51909-235E-41C9-8304-B0983F4F9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1475A6-2A66-4730-9AC6-CDE33B4B8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483D-9848-45F0-A78D-25DDD2F5981D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CBDDE2-61F3-48ED-8244-2DCB82DB3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1BD169-DF66-4582-8599-23B901D02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2357-8DBD-4376-86D6-DA3AB9065D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8152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EA9C6C-44E5-469B-9F1C-E308E47B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483D-9848-45F0-A78D-25DDD2F5981D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6D1095-C99E-4398-8C42-7B6B7B516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E670E-8632-4F80-ACC2-F59E004ED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2357-8DBD-4376-86D6-DA3AB9065D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156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7C761-E02B-428F-80EB-B77B9F412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0DDB6-1BB7-49B4-93D2-3F978AF2F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DCB81-E19E-48B1-B55E-9E9F3D0075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85E1A-62D2-4613-A73E-A59192C6B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483D-9848-45F0-A78D-25DDD2F5981D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07BBD5-F24E-4103-BE08-60E04F2C3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14166-DDD0-43BE-A649-C85CF7A41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2357-8DBD-4376-86D6-DA3AB9065D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052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3F58-B02E-400C-AD56-0227FDCC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4D945F-6AA2-48F0-BCA4-D45B3EE760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CAABAB-2F07-45B4-AA7B-9D3818558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1ACED-1F54-4501-862A-3A234745F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483D-9848-45F0-A78D-25DDD2F5981D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8D70D0-72CE-4295-A98F-FFA97A01D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84B03D-3C5E-4528-A211-300CC6F75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2357-8DBD-4376-86D6-DA3AB9065D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1519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E847F-7B6F-464E-817E-5456FB0DB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107E14-A6DD-4038-A98A-6187A42B3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F298B-2559-478A-84D1-DF95ED1E7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483D-9848-45F0-A78D-25DDD2F5981D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28339-DC52-4093-8587-95BD65B8C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B8095-F83F-4749-86DC-81C16E3C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2357-8DBD-4376-86D6-DA3AB9065D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5757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B4754A-F431-4738-8355-B4A4E216FF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B01E8-02DD-4F08-B4E8-9895A25BF9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276BE-2B56-4269-9EB4-110283641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483D-9848-45F0-A78D-25DDD2F5981D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692E7-15E0-44D8-93D1-D9B0EB262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3028-E4FB-4491-A5EA-909D06700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2357-8DBD-4376-86D6-DA3AB9065D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2319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FE2C86-77C6-4548-976A-1C8B517B2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F8D6A-D122-44AE-80B5-6632467FF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001FA-D056-49AE-9DB4-91CE08D204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A483D-9848-45F0-A78D-25DDD2F5981D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596BA-063F-4AAD-9703-2C83118301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0C691-21C7-4556-80F6-A1B0150A9F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72357-8DBD-4376-86D6-DA3AB9065D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200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6BCCDB-3D7C-4D1B-9ED1-D909F6F66B7B}"/>
              </a:ext>
            </a:extLst>
          </p:cNvPr>
          <p:cNvSpPr txBox="1"/>
          <p:nvPr/>
        </p:nvSpPr>
        <p:spPr>
          <a:xfrm>
            <a:off x="3615268" y="2357735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"I am satisfied with my life as a whole“</a:t>
            </a:r>
          </a:p>
          <a:p>
            <a:endParaRPr lang="en-GB" dirty="0"/>
          </a:p>
          <a:p>
            <a:r>
              <a:rPr lang="en-GB" dirty="0"/>
              <a:t>"The conditions of my life are excellent“</a:t>
            </a:r>
          </a:p>
          <a:p>
            <a:r>
              <a:rPr lang="en-GB" dirty="0"/>
              <a:t>  </a:t>
            </a:r>
          </a:p>
          <a:p>
            <a:r>
              <a:rPr lang="en-GB" dirty="0"/>
              <a:t>"I feel content with how things have gone today"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65B1E8-8EDF-4C1A-9EC6-3BE9C9D9E105}"/>
              </a:ext>
            </a:extLst>
          </p:cNvPr>
          <p:cNvSpPr txBox="1"/>
          <p:nvPr/>
        </p:nvSpPr>
        <p:spPr>
          <a:xfrm>
            <a:off x="7683512" y="4969418"/>
            <a:ext cx="1385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7979"/>
                </a:solidFill>
              </a:rPr>
              <a:t>the weather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205A6C-0005-4449-AEE5-B5740D6D91F3}"/>
              </a:ext>
            </a:extLst>
          </p:cNvPr>
          <p:cNvSpPr txBox="1"/>
          <p:nvPr/>
        </p:nvSpPr>
        <p:spPr>
          <a:xfrm>
            <a:off x="8051011" y="4577540"/>
            <a:ext cx="1284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7979"/>
                </a:solidFill>
              </a:rPr>
              <a:t>blood sugar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C9CEE7-7B58-4B10-937A-24677B5CD7DF}"/>
              </a:ext>
            </a:extLst>
          </p:cNvPr>
          <p:cNvSpPr txBox="1"/>
          <p:nvPr/>
        </p:nvSpPr>
        <p:spPr>
          <a:xfrm>
            <a:off x="9343377" y="3368075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7979"/>
                </a:solidFill>
              </a:rPr>
              <a:t>traffic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9AA2C5-7829-405B-8026-C082EE8C9D28}"/>
              </a:ext>
            </a:extLst>
          </p:cNvPr>
          <p:cNvSpPr txBox="1"/>
          <p:nvPr/>
        </p:nvSpPr>
        <p:spPr>
          <a:xfrm>
            <a:off x="9363020" y="3760232"/>
            <a:ext cx="137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7979"/>
                </a:solidFill>
              </a:rPr>
              <a:t>sleep quality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485719-F58D-4ADF-BD80-BBC3AB8531A8}"/>
              </a:ext>
            </a:extLst>
          </p:cNvPr>
          <p:cNvSpPr txBox="1"/>
          <p:nvPr/>
        </p:nvSpPr>
        <p:spPr>
          <a:xfrm>
            <a:off x="9190718" y="4190643"/>
            <a:ext cx="1673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7979"/>
                </a:solidFill>
              </a:rPr>
              <a:t>little wins today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C24361C-BE8D-4190-B7F1-3045E68B5F72}"/>
              </a:ext>
            </a:extLst>
          </p:cNvPr>
          <p:cNvCxnSpPr>
            <a:cxnSpLocks/>
          </p:cNvCxnSpPr>
          <p:nvPr/>
        </p:nvCxnSpPr>
        <p:spPr>
          <a:xfrm flipH="1">
            <a:off x="8348251" y="3586699"/>
            <a:ext cx="995127" cy="10316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10533EB-4087-4047-BC01-4DEC96B1AF42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8352944" y="3635518"/>
            <a:ext cx="1010076" cy="30938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AEBDCDC-CA1E-441C-84E2-0AB8714F1FC2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8263468" y="3740455"/>
            <a:ext cx="927250" cy="63485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6C858B1-FCA6-4689-ABF2-05EEC0616279}"/>
              </a:ext>
            </a:extLst>
          </p:cNvPr>
          <p:cNvCxnSpPr>
            <a:cxnSpLocks/>
          </p:cNvCxnSpPr>
          <p:nvPr/>
        </p:nvCxnSpPr>
        <p:spPr>
          <a:xfrm flipH="1" flipV="1">
            <a:off x="8183380" y="3854141"/>
            <a:ext cx="374958" cy="79739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F3BEC36-2CDA-4FC0-84A5-6D924152459C}"/>
              </a:ext>
            </a:extLst>
          </p:cNvPr>
          <p:cNvCxnSpPr>
            <a:cxnSpLocks/>
          </p:cNvCxnSpPr>
          <p:nvPr/>
        </p:nvCxnSpPr>
        <p:spPr>
          <a:xfrm flipH="1" flipV="1">
            <a:off x="8068733" y="3855598"/>
            <a:ext cx="73187" cy="1173602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DF95A63-207D-4EE4-9BF2-93368DB30E3E}"/>
              </a:ext>
            </a:extLst>
          </p:cNvPr>
          <p:cNvSpPr txBox="1"/>
          <p:nvPr/>
        </p:nvSpPr>
        <p:spPr>
          <a:xfrm>
            <a:off x="8131348" y="1890698"/>
            <a:ext cx="3695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7979"/>
                </a:solidFill>
              </a:rPr>
              <a:t>social desirability to appear satisfied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4F44942-86F1-41DA-B6D1-33E2920FCBBE}"/>
              </a:ext>
            </a:extLst>
          </p:cNvPr>
          <p:cNvCxnSpPr>
            <a:cxnSpLocks/>
          </p:cNvCxnSpPr>
          <p:nvPr/>
        </p:nvCxnSpPr>
        <p:spPr>
          <a:xfrm flipH="1">
            <a:off x="7391137" y="2167013"/>
            <a:ext cx="723015" cy="32036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13ECCAC-DF8E-4AC3-9DCA-A681B5CB93CE}"/>
              </a:ext>
            </a:extLst>
          </p:cNvPr>
          <p:cNvSpPr txBox="1"/>
          <p:nvPr/>
        </p:nvSpPr>
        <p:spPr>
          <a:xfrm>
            <a:off x="6645878" y="4659868"/>
            <a:ext cx="1163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>
                <a:solidFill>
                  <a:srgbClr val="FF7979"/>
                </a:solidFill>
              </a:rPr>
              <a:t>i</a:t>
            </a:r>
            <a:r>
              <a:rPr lang="en-GB" dirty="0">
                <a:solidFill>
                  <a:srgbClr val="FF7979"/>
                </a:solidFill>
              </a:rPr>
              <a:t> met a cat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CC6871F-6E5F-4988-8910-416F41666C5E}"/>
              </a:ext>
            </a:extLst>
          </p:cNvPr>
          <p:cNvCxnSpPr>
            <a:cxnSpLocks/>
          </p:cNvCxnSpPr>
          <p:nvPr/>
        </p:nvCxnSpPr>
        <p:spPr>
          <a:xfrm flipV="1">
            <a:off x="7391137" y="3884189"/>
            <a:ext cx="590695" cy="80067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95BBA2D-DD1E-4A7F-BDA8-43D58B7EDD4B}"/>
              </a:ext>
            </a:extLst>
          </p:cNvPr>
          <p:cNvSpPr txBox="1"/>
          <p:nvPr/>
        </p:nvSpPr>
        <p:spPr>
          <a:xfrm>
            <a:off x="8331879" y="2727067"/>
            <a:ext cx="1285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7979"/>
                </a:solidFill>
              </a:rPr>
              <a:t>comparison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5F0F836-74DC-4B4D-885A-4503F35BBA17}"/>
              </a:ext>
            </a:extLst>
          </p:cNvPr>
          <p:cNvCxnSpPr>
            <a:cxnSpLocks/>
            <a:stCxn id="55" idx="1"/>
          </p:cNvCxnSpPr>
          <p:nvPr/>
        </p:nvCxnSpPr>
        <p:spPr>
          <a:xfrm flipH="1">
            <a:off x="7518401" y="2911733"/>
            <a:ext cx="813478" cy="184666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EA5E830F-88B9-49BC-851F-7BB81B381955}"/>
              </a:ext>
            </a:extLst>
          </p:cNvPr>
          <p:cNvSpPr txBox="1"/>
          <p:nvPr/>
        </p:nvSpPr>
        <p:spPr>
          <a:xfrm>
            <a:off x="8274879" y="2338484"/>
            <a:ext cx="1068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7979"/>
                </a:solidFill>
              </a:rPr>
              <a:t>optimism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2416E82-3ACB-4B26-B5B0-AFBE812F42F4}"/>
              </a:ext>
            </a:extLst>
          </p:cNvPr>
          <p:cNvCxnSpPr>
            <a:cxnSpLocks/>
            <a:stCxn id="59" idx="1"/>
          </p:cNvCxnSpPr>
          <p:nvPr/>
        </p:nvCxnSpPr>
        <p:spPr>
          <a:xfrm flipH="1">
            <a:off x="7391137" y="2523150"/>
            <a:ext cx="883742" cy="5081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BCF081AF-953D-4DA8-831D-A80127C0E289}"/>
              </a:ext>
            </a:extLst>
          </p:cNvPr>
          <p:cNvSpPr txBox="1"/>
          <p:nvPr/>
        </p:nvSpPr>
        <p:spPr>
          <a:xfrm>
            <a:off x="9149557" y="4727885"/>
            <a:ext cx="2316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7979"/>
                </a:solidFill>
              </a:rPr>
              <a:t>someone smiled at me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4208586-6D3C-4288-A1F1-95643C00FF18}"/>
              </a:ext>
            </a:extLst>
          </p:cNvPr>
          <p:cNvCxnSpPr>
            <a:cxnSpLocks/>
          </p:cNvCxnSpPr>
          <p:nvPr/>
        </p:nvCxnSpPr>
        <p:spPr>
          <a:xfrm flipH="1" flipV="1">
            <a:off x="8263468" y="3835064"/>
            <a:ext cx="1118158" cy="98249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6B10D40-C1A3-3294-48D8-122ECAC76270}"/>
              </a:ext>
            </a:extLst>
          </p:cNvPr>
          <p:cNvSpPr txBox="1"/>
          <p:nvPr/>
        </p:nvSpPr>
        <p:spPr>
          <a:xfrm>
            <a:off x="3615268" y="1681665"/>
            <a:ext cx="2590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u="sng" dirty="0"/>
              <a:t>Life Satisfaction Measure</a:t>
            </a:r>
          </a:p>
        </p:txBody>
      </p:sp>
    </p:spTree>
    <p:extLst>
      <p:ext uri="{BB962C8B-B14F-4D97-AF65-F5344CB8AC3E}">
        <p14:creationId xmlns:p14="http://schemas.microsoft.com/office/powerpoint/2010/main" val="439410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F649E4A6-98F2-4A54-B917-CE5F3842D3F7}"/>
              </a:ext>
            </a:extLst>
          </p:cNvPr>
          <p:cNvSpPr/>
          <p:nvPr/>
        </p:nvSpPr>
        <p:spPr>
          <a:xfrm>
            <a:off x="265270" y="2395729"/>
            <a:ext cx="2269067" cy="1439334"/>
          </a:xfrm>
          <a:prstGeom prst="cloud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6BCCDB-3D7C-4D1B-9ED1-D909F6F66B7B}"/>
              </a:ext>
            </a:extLst>
          </p:cNvPr>
          <p:cNvSpPr txBox="1"/>
          <p:nvPr/>
        </p:nvSpPr>
        <p:spPr>
          <a:xfrm>
            <a:off x="3615268" y="2357735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"I am satisfied with my life as a whole“</a:t>
            </a:r>
          </a:p>
          <a:p>
            <a:endParaRPr lang="en-GB" dirty="0"/>
          </a:p>
          <a:p>
            <a:r>
              <a:rPr lang="en-GB" dirty="0"/>
              <a:t>"The conditions of my life are excellent“</a:t>
            </a:r>
          </a:p>
          <a:p>
            <a:r>
              <a:rPr lang="en-GB" dirty="0"/>
              <a:t>  </a:t>
            </a:r>
          </a:p>
          <a:p>
            <a:r>
              <a:rPr lang="en-GB" dirty="0"/>
              <a:t>"I feel content with how things have gone today"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B27C72-C00C-4ED5-9BAB-38F41637AE94}"/>
              </a:ext>
            </a:extLst>
          </p:cNvPr>
          <p:cNvSpPr txBox="1"/>
          <p:nvPr/>
        </p:nvSpPr>
        <p:spPr>
          <a:xfrm>
            <a:off x="575733" y="2911733"/>
            <a:ext cx="1686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Life Satisfaction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65B1E8-8EDF-4C1A-9EC6-3BE9C9D9E105}"/>
              </a:ext>
            </a:extLst>
          </p:cNvPr>
          <p:cNvSpPr txBox="1"/>
          <p:nvPr/>
        </p:nvSpPr>
        <p:spPr>
          <a:xfrm>
            <a:off x="7683512" y="4969418"/>
            <a:ext cx="1385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7979"/>
                </a:solidFill>
              </a:rPr>
              <a:t>the weather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205A6C-0005-4449-AEE5-B5740D6D91F3}"/>
              </a:ext>
            </a:extLst>
          </p:cNvPr>
          <p:cNvSpPr txBox="1"/>
          <p:nvPr/>
        </p:nvSpPr>
        <p:spPr>
          <a:xfrm>
            <a:off x="8051011" y="4577540"/>
            <a:ext cx="1284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7979"/>
                </a:solidFill>
              </a:rPr>
              <a:t>blood sugar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C9CEE7-7B58-4B10-937A-24677B5CD7DF}"/>
              </a:ext>
            </a:extLst>
          </p:cNvPr>
          <p:cNvSpPr txBox="1"/>
          <p:nvPr/>
        </p:nvSpPr>
        <p:spPr>
          <a:xfrm>
            <a:off x="9343377" y="3368075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7979"/>
                </a:solidFill>
              </a:rPr>
              <a:t>traffic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9AA2C5-7829-405B-8026-C082EE8C9D28}"/>
              </a:ext>
            </a:extLst>
          </p:cNvPr>
          <p:cNvSpPr txBox="1"/>
          <p:nvPr/>
        </p:nvSpPr>
        <p:spPr>
          <a:xfrm>
            <a:off x="9363020" y="3760232"/>
            <a:ext cx="137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7979"/>
                </a:solidFill>
              </a:rPr>
              <a:t>sleep quality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485719-F58D-4ADF-BD80-BBC3AB8531A8}"/>
              </a:ext>
            </a:extLst>
          </p:cNvPr>
          <p:cNvSpPr txBox="1"/>
          <p:nvPr/>
        </p:nvSpPr>
        <p:spPr>
          <a:xfrm>
            <a:off x="9190718" y="4190643"/>
            <a:ext cx="1673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7979"/>
                </a:solidFill>
              </a:rPr>
              <a:t>little wins today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0F5741B-3C7F-4DDB-8E14-992004C70795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2532446" y="2582334"/>
            <a:ext cx="1082822" cy="533062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F5EB0E1-66A8-43F4-89E2-0741426A4B1D}"/>
              </a:ext>
            </a:extLst>
          </p:cNvPr>
          <p:cNvCxnSpPr>
            <a:cxnSpLocks/>
            <a:stCxn id="7" idx="0"/>
            <a:endCxn id="5" idx="1"/>
          </p:cNvCxnSpPr>
          <p:nvPr/>
        </p:nvCxnSpPr>
        <p:spPr>
          <a:xfrm flipV="1">
            <a:off x="2532446" y="3096399"/>
            <a:ext cx="1082822" cy="18997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5CB3478-8660-4CD8-A063-3B5730D0780D}"/>
              </a:ext>
            </a:extLst>
          </p:cNvPr>
          <p:cNvCxnSpPr>
            <a:cxnSpLocks/>
            <a:stCxn id="7" idx="0"/>
          </p:cNvCxnSpPr>
          <p:nvPr/>
        </p:nvCxnSpPr>
        <p:spPr>
          <a:xfrm>
            <a:off x="2532446" y="3115396"/>
            <a:ext cx="1082822" cy="49140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C24361C-BE8D-4190-B7F1-3045E68B5F72}"/>
              </a:ext>
            </a:extLst>
          </p:cNvPr>
          <p:cNvCxnSpPr>
            <a:cxnSpLocks/>
          </p:cNvCxnSpPr>
          <p:nvPr/>
        </p:nvCxnSpPr>
        <p:spPr>
          <a:xfrm flipH="1">
            <a:off x="8348251" y="3586699"/>
            <a:ext cx="995127" cy="10316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10533EB-4087-4047-BC01-4DEC96B1AF42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8352944" y="3635518"/>
            <a:ext cx="1010076" cy="30938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AEBDCDC-CA1E-441C-84E2-0AB8714F1FC2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8263468" y="3740455"/>
            <a:ext cx="927250" cy="63485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6C858B1-FCA6-4689-ABF2-05EEC0616279}"/>
              </a:ext>
            </a:extLst>
          </p:cNvPr>
          <p:cNvCxnSpPr>
            <a:cxnSpLocks/>
          </p:cNvCxnSpPr>
          <p:nvPr/>
        </p:nvCxnSpPr>
        <p:spPr>
          <a:xfrm flipH="1" flipV="1">
            <a:off x="8183380" y="3854141"/>
            <a:ext cx="374958" cy="79739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F3BEC36-2CDA-4FC0-84A5-6D924152459C}"/>
              </a:ext>
            </a:extLst>
          </p:cNvPr>
          <p:cNvCxnSpPr>
            <a:cxnSpLocks/>
          </p:cNvCxnSpPr>
          <p:nvPr/>
        </p:nvCxnSpPr>
        <p:spPr>
          <a:xfrm flipH="1" flipV="1">
            <a:off x="8068733" y="3855598"/>
            <a:ext cx="73187" cy="1173602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DF95A63-207D-4EE4-9BF2-93368DB30E3E}"/>
              </a:ext>
            </a:extLst>
          </p:cNvPr>
          <p:cNvSpPr txBox="1"/>
          <p:nvPr/>
        </p:nvSpPr>
        <p:spPr>
          <a:xfrm>
            <a:off x="8131348" y="1890698"/>
            <a:ext cx="3695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7979"/>
                </a:solidFill>
              </a:rPr>
              <a:t>social desirability to appear satisfied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4F44942-86F1-41DA-B6D1-33E2920FCBBE}"/>
              </a:ext>
            </a:extLst>
          </p:cNvPr>
          <p:cNvCxnSpPr>
            <a:cxnSpLocks/>
          </p:cNvCxnSpPr>
          <p:nvPr/>
        </p:nvCxnSpPr>
        <p:spPr>
          <a:xfrm flipH="1">
            <a:off x="7391137" y="2167013"/>
            <a:ext cx="723015" cy="32036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13ECCAC-DF8E-4AC3-9DCA-A681B5CB93CE}"/>
              </a:ext>
            </a:extLst>
          </p:cNvPr>
          <p:cNvSpPr txBox="1"/>
          <p:nvPr/>
        </p:nvSpPr>
        <p:spPr>
          <a:xfrm>
            <a:off x="6645878" y="4659868"/>
            <a:ext cx="1163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>
                <a:solidFill>
                  <a:srgbClr val="FF7979"/>
                </a:solidFill>
              </a:rPr>
              <a:t>i</a:t>
            </a:r>
            <a:r>
              <a:rPr lang="en-GB" dirty="0">
                <a:solidFill>
                  <a:srgbClr val="FF7979"/>
                </a:solidFill>
              </a:rPr>
              <a:t> met a cat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CC6871F-6E5F-4988-8910-416F41666C5E}"/>
              </a:ext>
            </a:extLst>
          </p:cNvPr>
          <p:cNvCxnSpPr>
            <a:cxnSpLocks/>
          </p:cNvCxnSpPr>
          <p:nvPr/>
        </p:nvCxnSpPr>
        <p:spPr>
          <a:xfrm flipV="1">
            <a:off x="7391137" y="3884189"/>
            <a:ext cx="590695" cy="80067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95BBA2D-DD1E-4A7F-BDA8-43D58B7EDD4B}"/>
              </a:ext>
            </a:extLst>
          </p:cNvPr>
          <p:cNvSpPr txBox="1"/>
          <p:nvPr/>
        </p:nvSpPr>
        <p:spPr>
          <a:xfrm>
            <a:off x="8331879" y="2727067"/>
            <a:ext cx="1285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7979"/>
                </a:solidFill>
              </a:rPr>
              <a:t>comparison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5F0F836-74DC-4B4D-885A-4503F35BBA17}"/>
              </a:ext>
            </a:extLst>
          </p:cNvPr>
          <p:cNvCxnSpPr>
            <a:cxnSpLocks/>
            <a:stCxn id="55" idx="1"/>
          </p:cNvCxnSpPr>
          <p:nvPr/>
        </p:nvCxnSpPr>
        <p:spPr>
          <a:xfrm flipH="1">
            <a:off x="7518401" y="2911733"/>
            <a:ext cx="813478" cy="184666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EA5E830F-88B9-49BC-851F-7BB81B381955}"/>
              </a:ext>
            </a:extLst>
          </p:cNvPr>
          <p:cNvSpPr txBox="1"/>
          <p:nvPr/>
        </p:nvSpPr>
        <p:spPr>
          <a:xfrm>
            <a:off x="8274879" y="2338484"/>
            <a:ext cx="1068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7979"/>
                </a:solidFill>
              </a:rPr>
              <a:t>optimism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2416E82-3ACB-4B26-B5B0-AFBE812F42F4}"/>
              </a:ext>
            </a:extLst>
          </p:cNvPr>
          <p:cNvCxnSpPr>
            <a:cxnSpLocks/>
            <a:stCxn id="59" idx="1"/>
          </p:cNvCxnSpPr>
          <p:nvPr/>
        </p:nvCxnSpPr>
        <p:spPr>
          <a:xfrm flipH="1">
            <a:off x="7391137" y="2523150"/>
            <a:ext cx="883742" cy="5081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BCF081AF-953D-4DA8-831D-A80127C0E289}"/>
              </a:ext>
            </a:extLst>
          </p:cNvPr>
          <p:cNvSpPr txBox="1"/>
          <p:nvPr/>
        </p:nvSpPr>
        <p:spPr>
          <a:xfrm>
            <a:off x="9149557" y="4727885"/>
            <a:ext cx="2316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7979"/>
                </a:solidFill>
              </a:rPr>
              <a:t>someone smiled at me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4208586-6D3C-4288-A1F1-95643C00FF18}"/>
              </a:ext>
            </a:extLst>
          </p:cNvPr>
          <p:cNvCxnSpPr>
            <a:cxnSpLocks/>
          </p:cNvCxnSpPr>
          <p:nvPr/>
        </p:nvCxnSpPr>
        <p:spPr>
          <a:xfrm flipH="1" flipV="1">
            <a:off x="8263468" y="3835064"/>
            <a:ext cx="1118158" cy="98249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6B10D40-C1A3-3294-48D8-122ECAC76270}"/>
              </a:ext>
            </a:extLst>
          </p:cNvPr>
          <p:cNvSpPr txBox="1"/>
          <p:nvPr/>
        </p:nvSpPr>
        <p:spPr>
          <a:xfrm>
            <a:off x="3615268" y="1681665"/>
            <a:ext cx="2590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u="sng" dirty="0"/>
              <a:t>Life Satisfaction Measure</a:t>
            </a:r>
          </a:p>
        </p:txBody>
      </p:sp>
    </p:spTree>
    <p:extLst>
      <p:ext uri="{BB962C8B-B14F-4D97-AF65-F5344CB8AC3E}">
        <p14:creationId xmlns:p14="http://schemas.microsoft.com/office/powerpoint/2010/main" val="2199354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122</Words>
  <Application>Microsoft Office PowerPoint</Application>
  <PresentationFormat>Widescreen</PresentationFormat>
  <Paragraphs>33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4</cp:revision>
  <dcterms:created xsi:type="dcterms:W3CDTF">2026-04-13T09:46:52Z</dcterms:created>
  <dcterms:modified xsi:type="dcterms:W3CDTF">2026-08-25T09:37:59Z</dcterms:modified>
</cp:coreProperties>
</file>