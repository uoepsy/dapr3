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8938-0ECA-4C64-8595-7F84D5C3D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2A8CB-1700-492B-B059-9450D0B26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5901-2F08-4D1D-AA8D-E072BB9A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571CF-067F-439A-9148-48C49FCA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B8113-936B-459B-85E1-D6641E1C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708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FBF1C-E863-4B5F-A3B9-C1589C6C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92F94-54B9-43D3-86AC-30D17953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6872-D1AD-4DCC-80EA-F46EA282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074B-8E5A-4985-8474-FC6AE9A8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F215-B85B-49C8-A68D-CA44B8DD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0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F21A-428B-4046-8ED5-B30ED867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C3397-BD71-4FCA-AD4E-EACE916C3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AE0D-B8B8-485E-80CA-D36F1E26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8A37-8019-4924-818C-AFA540E0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1F20-B0E8-4C08-88F9-EC7722F1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12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4567-A8AB-4465-9DD8-B2B1F798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5EE8-FCF7-4FBD-9CE4-2856BD36F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41A6-05E0-4630-AEC2-972FC9FB8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439F-0C73-45BF-8310-3FB2C387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8F17-E343-4776-B8ED-7C7F03F8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F36C5-8EF2-4E43-B42B-256988CA2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445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BC8E-F097-4CA5-996C-31BB2959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52580-B27B-48B3-90CE-0B76F0358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37F82-0BCF-4C42-8087-0B00E0A81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4D761-03AA-451B-98FB-B3B4E92AA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B148F-CEDC-43E1-A9C6-7973A14F3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98195-30DA-4DC8-BD49-78A906D5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C6E89-78D6-498B-94BA-2275D942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912EB-4467-47D2-9ED6-22EA3F22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64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392F-83FD-40F8-8045-6692746A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CBA646-3160-451B-B48C-8394A414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B69A9-3084-43FA-8A4A-6344737B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ED563-54EA-4106-A243-2165A637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36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15BFC-0CEB-4334-82BD-27B0BE4E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371C5-5C58-4042-BBF6-44E30B17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189AE-0802-4C6E-99AC-E361BC86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14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F1E8F-3BAB-487C-BB03-D3690132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C471-4305-4460-B0AD-57A5CE9E1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6EA17-3D9D-41BB-9E82-B2E19D429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FD2F7-2C98-4DD6-82F2-00BDF521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FAE19-FE37-4710-97EA-FB4C0D107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B77AD-F5E3-49F3-87E5-B0B3F371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78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039A-38BD-4BE2-A2D7-A19D3959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5B2EB-8499-49A6-B38B-93002DD4C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B7D5-BC52-4D8C-884A-A4ACA68E8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B1394-B2B3-48F5-B455-190E38F1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C670A-698B-4C61-9C35-0DB6248E1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901E8-071B-454A-988D-6A21E740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4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1B942-3ED0-4D48-958B-9595F2D6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5DB88-8A95-4ECD-8441-9BC7E583B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618F-93E3-4D59-AC43-9F7592BB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F2A0-44BE-4671-AC96-A6ECA1CB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75F62-60C8-44CA-B3D8-25EC9D439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5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29B9C-BD51-493C-B7F9-F26E6DEEC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D8ED6-5A28-4DAF-BFB2-C434336A7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6E1-08F3-498C-B58B-40002E28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5828-7D9E-4AAC-819E-FC64BB1F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60874-9DCD-4C36-B4E4-842F7CCE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9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22625E-930E-49E1-9ABC-87DD0878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3501E-32E2-4E5D-83E3-B28A88C4B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4F70-4261-483F-AF41-81B8E530F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06DC5-FA9F-4977-9E07-9D4449F5C22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1FF88-B824-4F01-8985-E67321ECB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1A6A-FC20-461F-9966-C34FDA06C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27341-A0A0-46CC-AA6B-2837392845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05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AD1AE-B37C-437A-864F-32ECA86D5C51}"/>
              </a:ext>
            </a:extLst>
          </p:cNvPr>
          <p:cNvSpPr txBox="1"/>
          <p:nvPr/>
        </p:nvSpPr>
        <p:spPr>
          <a:xfrm>
            <a:off x="51760" y="1552107"/>
            <a:ext cx="1223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measure 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AE82C-A3FD-46B5-814D-986AA3989568}"/>
              </a:ext>
            </a:extLst>
          </p:cNvPr>
          <p:cNvSpPr txBox="1"/>
          <p:nvPr/>
        </p:nvSpPr>
        <p:spPr>
          <a:xfrm>
            <a:off x="1700183" y="2761399"/>
            <a:ext cx="1163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multi-item measure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77DA6-701A-4BA5-8986-EA3280C35C85}"/>
              </a:ext>
            </a:extLst>
          </p:cNvPr>
          <p:cNvSpPr txBox="1"/>
          <p:nvPr/>
        </p:nvSpPr>
        <p:spPr>
          <a:xfrm>
            <a:off x="1596248" y="218700"/>
            <a:ext cx="1267308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single-item measure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E6EC7-7354-44AA-B1C3-3B756FD00856}"/>
              </a:ext>
            </a:extLst>
          </p:cNvPr>
          <p:cNvSpPr txBox="1"/>
          <p:nvPr/>
        </p:nvSpPr>
        <p:spPr>
          <a:xfrm>
            <a:off x="3515867" y="3434897"/>
            <a:ext cx="1335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need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7A26C-6F28-458B-95AB-8F25AE5E95E6}"/>
              </a:ext>
            </a:extLst>
          </p:cNvPr>
          <p:cNvSpPr txBox="1"/>
          <p:nvPr/>
        </p:nvSpPr>
        <p:spPr>
          <a:xfrm>
            <a:off x="3515867" y="4306825"/>
            <a:ext cx="2134433" cy="10772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I want to model stuff relating to Y but 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explicitly model the error in my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34B37-4C20-4119-85AE-D057D5F9083F}"/>
              </a:ext>
            </a:extLst>
          </p:cNvPr>
          <p:cNvSpPr txBox="1"/>
          <p:nvPr/>
        </p:nvSpPr>
        <p:spPr>
          <a:xfrm>
            <a:off x="3515868" y="451613"/>
            <a:ext cx="2134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explore how my measure captures Y (or sub-domains of 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4BCC3-2DBB-4A82-A79C-57362BA3C8BE}"/>
              </a:ext>
            </a:extLst>
          </p:cNvPr>
          <p:cNvSpPr txBox="1"/>
          <p:nvPr/>
        </p:nvSpPr>
        <p:spPr>
          <a:xfrm>
            <a:off x="3515867" y="1816185"/>
            <a:ext cx="2134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test a theoretical model of how the measure captures 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2C68FD-135F-462D-ABC9-DCE19EC32A1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275113" y="1844495"/>
            <a:ext cx="425070" cy="1209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509F73-8AC9-49AB-AC39-EF1ECC7B134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275113" y="511088"/>
            <a:ext cx="321135" cy="133340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122292-5BCD-49AD-B55D-2B7251BBDD1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2863556" y="867112"/>
            <a:ext cx="652312" cy="21866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CCEA58-2969-40F1-A79F-D5B76706367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2863556" y="2354794"/>
            <a:ext cx="652311" cy="6989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A227A0-032E-47FD-8F88-2D90C6F04EC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863556" y="3053787"/>
            <a:ext cx="652311" cy="550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27E685-D886-467E-9614-9EE73F158FB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63556" y="3053787"/>
            <a:ext cx="652311" cy="17916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DD45C34-7466-40AD-A5F7-D2CEA9847919}"/>
              </a:ext>
            </a:extLst>
          </p:cNvPr>
          <p:cNvSpPr txBox="1"/>
          <p:nvPr/>
        </p:nvSpPr>
        <p:spPr>
          <a:xfrm>
            <a:off x="6479788" y="697834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EFA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B97B1-1441-4995-886E-B9777DDAAF97}"/>
              </a:ext>
            </a:extLst>
          </p:cNvPr>
          <p:cNvSpPr txBox="1"/>
          <p:nvPr/>
        </p:nvSpPr>
        <p:spPr>
          <a:xfrm>
            <a:off x="7309274" y="562850"/>
            <a:ext cx="285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rotations</a:t>
            </a:r>
          </a:p>
          <a:p>
            <a:r>
              <a:rPr lang="en-GB" sz="1600" dirty="0"/>
              <a:t>factor extraction methods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20DA0E-EAF2-4B88-9370-29C070730E32}"/>
              </a:ext>
            </a:extLst>
          </p:cNvPr>
          <p:cNvSpPr txBox="1"/>
          <p:nvPr/>
        </p:nvSpPr>
        <p:spPr>
          <a:xfrm>
            <a:off x="6448760" y="2893403"/>
            <a:ext cx="196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Mean/Sum scores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0E227E-375D-4CDA-8CD6-DC4E23329ADA}"/>
              </a:ext>
            </a:extLst>
          </p:cNvPr>
          <p:cNvSpPr txBox="1"/>
          <p:nvPr/>
        </p:nvSpPr>
        <p:spPr>
          <a:xfrm>
            <a:off x="6448760" y="3783111"/>
            <a:ext cx="164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Weighted Scores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4EB7F4-E53A-4EB6-A3FD-04AD62EB722F}"/>
              </a:ext>
            </a:extLst>
          </p:cNvPr>
          <p:cNvSpPr txBox="1"/>
          <p:nvPr/>
        </p:nvSpPr>
        <p:spPr>
          <a:xfrm>
            <a:off x="9651977" y="3783111"/>
            <a:ext cx="2306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factor score estimation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5AB5679-699E-4CBC-88F7-5DA0D6BCA5E6}"/>
              </a:ext>
            </a:extLst>
          </p:cNvPr>
          <p:cNvCxnSpPr>
            <a:cxnSpLocks/>
            <a:stCxn id="7" idx="3"/>
            <a:endCxn id="51" idx="1"/>
          </p:cNvCxnSpPr>
          <p:nvPr/>
        </p:nvCxnSpPr>
        <p:spPr>
          <a:xfrm flipV="1">
            <a:off x="4851400" y="3062680"/>
            <a:ext cx="1597360" cy="541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130D36-F034-4B25-A8B4-1F191217379D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>
            <a:off x="4851400" y="3604174"/>
            <a:ext cx="1597360" cy="348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C7AF86B-30F4-49F1-A3CE-DC1867802A46}"/>
              </a:ext>
            </a:extLst>
          </p:cNvPr>
          <p:cNvCxnSpPr>
            <a:cxnSpLocks/>
            <a:stCxn id="52" idx="3"/>
            <a:endCxn id="72" idx="1"/>
          </p:cNvCxnSpPr>
          <p:nvPr/>
        </p:nvCxnSpPr>
        <p:spPr>
          <a:xfrm>
            <a:off x="8092685" y="3952388"/>
            <a:ext cx="324207" cy="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02875A-AAE2-422B-BB15-C85643B09C89}"/>
              </a:ext>
            </a:extLst>
          </p:cNvPr>
          <p:cNvGrpSpPr/>
          <p:nvPr/>
        </p:nvGrpSpPr>
        <p:grpSpPr>
          <a:xfrm>
            <a:off x="8416892" y="3534111"/>
            <a:ext cx="735734" cy="830997"/>
            <a:chOff x="9204385" y="3534111"/>
            <a:chExt cx="1030260" cy="8309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00A5B55-39CD-426C-B83C-A6B6D6F16564}"/>
                </a:ext>
              </a:extLst>
            </p:cNvPr>
            <p:cNvSpPr txBox="1"/>
            <p:nvPr/>
          </p:nvSpPr>
          <p:spPr>
            <a:xfrm>
              <a:off x="9443710" y="3534111"/>
              <a:ext cx="790935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PCA</a:t>
              </a:r>
            </a:p>
            <a:p>
              <a:r>
                <a:rPr lang="en-GB" sz="1600" dirty="0"/>
                <a:t>EFA</a:t>
              </a:r>
            </a:p>
            <a:p>
              <a:r>
                <a:rPr lang="en-GB" sz="1600" dirty="0"/>
                <a:t>CFA</a:t>
              </a:r>
            </a:p>
          </p:txBody>
        </p:sp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71C9E102-38ED-409F-83D8-F928620BEECA}"/>
                </a:ext>
              </a:extLst>
            </p:cNvPr>
            <p:cNvSpPr/>
            <p:nvPr/>
          </p:nvSpPr>
          <p:spPr>
            <a:xfrm>
              <a:off x="9204385" y="3604174"/>
              <a:ext cx="345056" cy="70265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3FF259F-15C7-48ED-99DA-A6135EE0BD0C}"/>
              </a:ext>
            </a:extLst>
          </p:cNvPr>
          <p:cNvCxnSpPr>
            <a:stCxn id="9" idx="3"/>
            <a:endCxn id="49" idx="1"/>
          </p:cNvCxnSpPr>
          <p:nvPr/>
        </p:nvCxnSpPr>
        <p:spPr>
          <a:xfrm flipV="1">
            <a:off x="5650302" y="867111"/>
            <a:ext cx="8294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Left Brace 90">
            <a:extLst>
              <a:ext uri="{FF2B5EF4-FFF2-40B4-BE49-F238E27FC236}">
                <a16:creationId xmlns:a16="http://schemas.microsoft.com/office/drawing/2014/main" id="{C9412E86-87F6-4470-87FE-9F01EFB9B106}"/>
              </a:ext>
            </a:extLst>
          </p:cNvPr>
          <p:cNvSpPr/>
          <p:nvPr/>
        </p:nvSpPr>
        <p:spPr>
          <a:xfrm>
            <a:off x="7034211" y="635262"/>
            <a:ext cx="345056" cy="46369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55D86D-9706-4F9C-898E-EC08B855FF27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9152626" y="3949610"/>
            <a:ext cx="499351" cy="2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D8C99C2-5104-4EAE-8D03-F05CCCE108E6}"/>
              </a:ext>
            </a:extLst>
          </p:cNvPr>
          <p:cNvSpPr txBox="1"/>
          <p:nvPr/>
        </p:nvSpPr>
        <p:spPr>
          <a:xfrm>
            <a:off x="6479787" y="2186172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CFA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53574B-B5DE-48AB-A07B-107C1D16D9A4}"/>
              </a:ext>
            </a:extLst>
          </p:cNvPr>
          <p:cNvCxnSpPr>
            <a:cxnSpLocks/>
            <a:stCxn id="10" idx="3"/>
            <a:endCxn id="94" idx="1"/>
          </p:cNvCxnSpPr>
          <p:nvPr/>
        </p:nvCxnSpPr>
        <p:spPr>
          <a:xfrm>
            <a:off x="5650300" y="2354794"/>
            <a:ext cx="829487" cy="6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85DC66A-F35D-45CC-8C57-E30DA1BE2B2B}"/>
              </a:ext>
            </a:extLst>
          </p:cNvPr>
          <p:cNvSpPr txBox="1"/>
          <p:nvPr/>
        </p:nvSpPr>
        <p:spPr>
          <a:xfrm>
            <a:off x="6479787" y="4676157"/>
            <a:ext cx="790935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SEM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C8BF63F-D445-4750-8580-DC762E03D6DB}"/>
              </a:ext>
            </a:extLst>
          </p:cNvPr>
          <p:cNvCxnSpPr>
            <a:cxnSpLocks/>
            <a:stCxn id="8" idx="3"/>
            <a:endCxn id="98" idx="1"/>
          </p:cNvCxnSpPr>
          <p:nvPr/>
        </p:nvCxnSpPr>
        <p:spPr>
          <a:xfrm>
            <a:off x="5650300" y="4845434"/>
            <a:ext cx="82948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34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AD1AE-B37C-437A-864F-32ECA86D5C51}"/>
              </a:ext>
            </a:extLst>
          </p:cNvPr>
          <p:cNvSpPr txBox="1"/>
          <p:nvPr/>
        </p:nvSpPr>
        <p:spPr>
          <a:xfrm>
            <a:off x="51760" y="1552107"/>
            <a:ext cx="1223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measure 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AE82C-A3FD-46B5-814D-986AA3989568}"/>
              </a:ext>
            </a:extLst>
          </p:cNvPr>
          <p:cNvSpPr txBox="1"/>
          <p:nvPr/>
        </p:nvSpPr>
        <p:spPr>
          <a:xfrm>
            <a:off x="1700183" y="2761399"/>
            <a:ext cx="1163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multi-item measure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77DA6-701A-4BA5-8986-EA3280C35C85}"/>
              </a:ext>
            </a:extLst>
          </p:cNvPr>
          <p:cNvSpPr txBox="1"/>
          <p:nvPr/>
        </p:nvSpPr>
        <p:spPr>
          <a:xfrm>
            <a:off x="1596248" y="218700"/>
            <a:ext cx="1267308" cy="5847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single-item measure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E6EC7-7354-44AA-B1C3-3B756FD00856}"/>
              </a:ext>
            </a:extLst>
          </p:cNvPr>
          <p:cNvSpPr txBox="1"/>
          <p:nvPr/>
        </p:nvSpPr>
        <p:spPr>
          <a:xfrm>
            <a:off x="3515867" y="3434897"/>
            <a:ext cx="1335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need scores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D7A26C-6F28-458B-95AB-8F25AE5E95E6}"/>
              </a:ext>
            </a:extLst>
          </p:cNvPr>
          <p:cNvSpPr txBox="1"/>
          <p:nvPr/>
        </p:nvSpPr>
        <p:spPr>
          <a:xfrm>
            <a:off x="3515867" y="4306825"/>
            <a:ext cx="2134433" cy="10772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I want to model stuff relating to Y but </a:t>
            </a:r>
          </a:p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explicitly model the error in my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34B37-4C20-4119-85AE-D057D5F9083F}"/>
              </a:ext>
            </a:extLst>
          </p:cNvPr>
          <p:cNvSpPr txBox="1"/>
          <p:nvPr/>
        </p:nvSpPr>
        <p:spPr>
          <a:xfrm>
            <a:off x="3515868" y="451613"/>
            <a:ext cx="2134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explore how my measure captures Y (or sub-domains of 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4BCC3-2DBB-4A82-A79C-57362BA3C8BE}"/>
              </a:ext>
            </a:extLst>
          </p:cNvPr>
          <p:cNvSpPr txBox="1"/>
          <p:nvPr/>
        </p:nvSpPr>
        <p:spPr>
          <a:xfrm>
            <a:off x="3515867" y="1816185"/>
            <a:ext cx="2134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 want to test a theoretical model of how the measure captures 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2C68FD-135F-462D-ABC9-DCE19EC32A1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275113" y="1844495"/>
            <a:ext cx="425070" cy="12092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509F73-8AC9-49AB-AC39-EF1ECC7B134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275113" y="511088"/>
            <a:ext cx="321135" cy="133340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122292-5BCD-49AD-B55D-2B7251BBDD1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2863556" y="867112"/>
            <a:ext cx="652312" cy="21866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CCEA58-2969-40F1-A79F-D5B767063677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2863556" y="2354794"/>
            <a:ext cx="652311" cy="6989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A227A0-032E-47FD-8F88-2D90C6F04EC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863556" y="3053787"/>
            <a:ext cx="652311" cy="550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27E685-D886-467E-9614-9EE73F158FB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63556" y="3053787"/>
            <a:ext cx="652311" cy="17916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DD45C34-7466-40AD-A5F7-D2CEA9847919}"/>
              </a:ext>
            </a:extLst>
          </p:cNvPr>
          <p:cNvSpPr txBox="1"/>
          <p:nvPr/>
        </p:nvSpPr>
        <p:spPr>
          <a:xfrm>
            <a:off x="6479788" y="697834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EFA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B97B1-1441-4995-886E-B9777DDAAF97}"/>
              </a:ext>
            </a:extLst>
          </p:cNvPr>
          <p:cNvSpPr txBox="1"/>
          <p:nvPr/>
        </p:nvSpPr>
        <p:spPr>
          <a:xfrm>
            <a:off x="7309274" y="562850"/>
            <a:ext cx="2852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rotations</a:t>
            </a:r>
          </a:p>
          <a:p>
            <a:r>
              <a:rPr lang="en-GB" sz="1600" dirty="0"/>
              <a:t>factor extraction methods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20DA0E-EAF2-4B88-9370-29C070730E32}"/>
              </a:ext>
            </a:extLst>
          </p:cNvPr>
          <p:cNvSpPr txBox="1"/>
          <p:nvPr/>
        </p:nvSpPr>
        <p:spPr>
          <a:xfrm>
            <a:off x="6448760" y="2893403"/>
            <a:ext cx="196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Mean/Sum scores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0E227E-375D-4CDA-8CD6-DC4E23329ADA}"/>
              </a:ext>
            </a:extLst>
          </p:cNvPr>
          <p:cNvSpPr txBox="1"/>
          <p:nvPr/>
        </p:nvSpPr>
        <p:spPr>
          <a:xfrm>
            <a:off x="6448760" y="3783111"/>
            <a:ext cx="1643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Weighted Scores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4EB7F4-E53A-4EB6-A3FD-04AD62EB722F}"/>
              </a:ext>
            </a:extLst>
          </p:cNvPr>
          <p:cNvSpPr txBox="1"/>
          <p:nvPr/>
        </p:nvSpPr>
        <p:spPr>
          <a:xfrm>
            <a:off x="9651977" y="3783111"/>
            <a:ext cx="2306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factor score estimation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5AB5679-699E-4CBC-88F7-5DA0D6BCA5E6}"/>
              </a:ext>
            </a:extLst>
          </p:cNvPr>
          <p:cNvCxnSpPr>
            <a:cxnSpLocks/>
            <a:stCxn id="7" idx="3"/>
            <a:endCxn id="51" idx="1"/>
          </p:cNvCxnSpPr>
          <p:nvPr/>
        </p:nvCxnSpPr>
        <p:spPr>
          <a:xfrm flipV="1">
            <a:off x="4851400" y="3062680"/>
            <a:ext cx="1597360" cy="5414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130D36-F034-4B25-A8B4-1F191217379D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>
            <a:off x="4851400" y="3604174"/>
            <a:ext cx="1597360" cy="348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C7AF86B-30F4-49F1-A3CE-DC1867802A46}"/>
              </a:ext>
            </a:extLst>
          </p:cNvPr>
          <p:cNvCxnSpPr>
            <a:cxnSpLocks/>
            <a:stCxn id="52" idx="3"/>
            <a:endCxn id="72" idx="1"/>
          </p:cNvCxnSpPr>
          <p:nvPr/>
        </p:nvCxnSpPr>
        <p:spPr>
          <a:xfrm>
            <a:off x="8092685" y="3952388"/>
            <a:ext cx="324207" cy="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402875A-AAE2-422B-BB15-C85643B09C89}"/>
              </a:ext>
            </a:extLst>
          </p:cNvPr>
          <p:cNvGrpSpPr/>
          <p:nvPr/>
        </p:nvGrpSpPr>
        <p:grpSpPr>
          <a:xfrm>
            <a:off x="8416892" y="3534111"/>
            <a:ext cx="735734" cy="830997"/>
            <a:chOff x="9204385" y="3534111"/>
            <a:chExt cx="1030260" cy="830997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00A5B55-39CD-426C-B83C-A6B6D6F16564}"/>
                </a:ext>
              </a:extLst>
            </p:cNvPr>
            <p:cNvSpPr txBox="1"/>
            <p:nvPr/>
          </p:nvSpPr>
          <p:spPr>
            <a:xfrm>
              <a:off x="9443710" y="3534111"/>
              <a:ext cx="790935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PCA</a:t>
              </a:r>
            </a:p>
            <a:p>
              <a:r>
                <a:rPr lang="en-GB" sz="1600" dirty="0"/>
                <a:t>EFA</a:t>
              </a:r>
            </a:p>
            <a:p>
              <a:r>
                <a:rPr lang="en-GB" sz="1600" dirty="0"/>
                <a:t>CFA</a:t>
              </a:r>
            </a:p>
          </p:txBody>
        </p:sp>
        <p:sp>
          <p:nvSpPr>
            <p:cNvPr id="72" name="Left Brace 71">
              <a:extLst>
                <a:ext uri="{FF2B5EF4-FFF2-40B4-BE49-F238E27FC236}">
                  <a16:creationId xmlns:a16="http://schemas.microsoft.com/office/drawing/2014/main" id="{71C9E102-38ED-409F-83D8-F928620BEECA}"/>
                </a:ext>
              </a:extLst>
            </p:cNvPr>
            <p:cNvSpPr/>
            <p:nvPr/>
          </p:nvSpPr>
          <p:spPr>
            <a:xfrm>
              <a:off x="9204385" y="3604174"/>
              <a:ext cx="345056" cy="702651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3FF259F-15C7-48ED-99DA-A6135EE0BD0C}"/>
              </a:ext>
            </a:extLst>
          </p:cNvPr>
          <p:cNvCxnSpPr>
            <a:stCxn id="9" idx="3"/>
            <a:endCxn id="49" idx="1"/>
          </p:cNvCxnSpPr>
          <p:nvPr/>
        </p:nvCxnSpPr>
        <p:spPr>
          <a:xfrm flipV="1">
            <a:off x="5650302" y="867111"/>
            <a:ext cx="8294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Left Brace 90">
            <a:extLst>
              <a:ext uri="{FF2B5EF4-FFF2-40B4-BE49-F238E27FC236}">
                <a16:creationId xmlns:a16="http://schemas.microsoft.com/office/drawing/2014/main" id="{C9412E86-87F6-4470-87FE-9F01EFB9B106}"/>
              </a:ext>
            </a:extLst>
          </p:cNvPr>
          <p:cNvSpPr/>
          <p:nvPr/>
        </p:nvSpPr>
        <p:spPr>
          <a:xfrm>
            <a:off x="7034211" y="635262"/>
            <a:ext cx="345056" cy="46369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55D86D-9706-4F9C-898E-EC08B855FF27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>
            <a:off x="9152626" y="3949610"/>
            <a:ext cx="499351" cy="27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D8C99C2-5104-4EAE-8D03-F05CCCE108E6}"/>
              </a:ext>
            </a:extLst>
          </p:cNvPr>
          <p:cNvSpPr txBox="1"/>
          <p:nvPr/>
        </p:nvSpPr>
        <p:spPr>
          <a:xfrm>
            <a:off x="6479787" y="2186172"/>
            <a:ext cx="790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CFA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53574B-B5DE-48AB-A07B-107C1D16D9A4}"/>
              </a:ext>
            </a:extLst>
          </p:cNvPr>
          <p:cNvCxnSpPr>
            <a:cxnSpLocks/>
            <a:stCxn id="10" idx="3"/>
            <a:endCxn id="94" idx="1"/>
          </p:cNvCxnSpPr>
          <p:nvPr/>
        </p:nvCxnSpPr>
        <p:spPr>
          <a:xfrm>
            <a:off x="5650300" y="2354794"/>
            <a:ext cx="829487" cy="6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85DC66A-F35D-45CC-8C57-E30DA1BE2B2B}"/>
              </a:ext>
            </a:extLst>
          </p:cNvPr>
          <p:cNvSpPr txBox="1"/>
          <p:nvPr/>
        </p:nvSpPr>
        <p:spPr>
          <a:xfrm>
            <a:off x="6479787" y="4676157"/>
            <a:ext cx="790935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SEM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C8BF63F-D445-4750-8580-DC762E03D6DB}"/>
              </a:ext>
            </a:extLst>
          </p:cNvPr>
          <p:cNvCxnSpPr>
            <a:cxnSpLocks/>
            <a:stCxn id="8" idx="3"/>
            <a:endCxn id="98" idx="1"/>
          </p:cNvCxnSpPr>
          <p:nvPr/>
        </p:nvCxnSpPr>
        <p:spPr>
          <a:xfrm>
            <a:off x="5650300" y="4845434"/>
            <a:ext cx="829487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391357F-1533-4970-87F6-58B58C8AF361}"/>
              </a:ext>
            </a:extLst>
          </p:cNvPr>
          <p:cNvSpPr/>
          <p:nvPr/>
        </p:nvSpPr>
        <p:spPr>
          <a:xfrm>
            <a:off x="3515867" y="1718733"/>
            <a:ext cx="4637533" cy="120905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D0C551-58E1-4467-8FF2-7EE07196C16D}"/>
              </a:ext>
            </a:extLst>
          </p:cNvPr>
          <p:cNvSpPr/>
          <p:nvPr/>
        </p:nvSpPr>
        <p:spPr>
          <a:xfrm>
            <a:off x="8663305" y="4118887"/>
            <a:ext cx="861400" cy="1209058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46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150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6</cp:revision>
  <dcterms:created xsi:type="dcterms:W3CDTF">2025-11-12T13:06:14Z</dcterms:created>
  <dcterms:modified xsi:type="dcterms:W3CDTF">2025-11-21T15:24:26Z</dcterms:modified>
</cp:coreProperties>
</file>