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7" r:id="rId2"/>
    <p:sldId id="278" r:id="rId3"/>
    <p:sldId id="279" r:id="rId4"/>
    <p:sldId id="276" r:id="rId5"/>
    <p:sldId id="277" r:id="rId6"/>
  </p:sldIdLst>
  <p:sldSz cx="3600450" cy="3960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8" autoAdjust="0"/>
    <p:restoredTop sz="94660"/>
  </p:normalViewPr>
  <p:slideViewPr>
    <p:cSldViewPr snapToGrid="0">
      <p:cViewPr varScale="1">
        <p:scale>
          <a:sx n="187" d="100"/>
          <a:sy n="187" d="100"/>
        </p:scale>
        <p:origin x="29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648217"/>
            <a:ext cx="3060383" cy="137895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2080344"/>
            <a:ext cx="2700338" cy="956279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39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5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987454"/>
            <a:ext cx="3105388" cy="1647588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650628"/>
            <a:ext cx="3105388" cy="86642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06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1054383"/>
            <a:ext cx="1530191" cy="2513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1054383"/>
            <a:ext cx="1530191" cy="2513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10878"/>
            <a:ext cx="3105388" cy="7655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970950"/>
            <a:ext cx="1523159" cy="47584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446797"/>
            <a:ext cx="1523159" cy="2128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970950"/>
            <a:ext cx="1530660" cy="47584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446797"/>
            <a:ext cx="1530660" cy="2128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95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09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55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64054"/>
            <a:ext cx="1161239" cy="924190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70285"/>
            <a:ext cx="1822728" cy="2814744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188244"/>
            <a:ext cx="1161239" cy="2201369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0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64054"/>
            <a:ext cx="1161239" cy="924190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70285"/>
            <a:ext cx="1822728" cy="2814744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188244"/>
            <a:ext cx="1161239" cy="2201369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58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90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210877"/>
            <a:ext cx="776347" cy="33566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210877"/>
            <a:ext cx="2284035" cy="33566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06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10878"/>
            <a:ext cx="3105388" cy="765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054383"/>
            <a:ext cx="3105388" cy="251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671088"/>
            <a:ext cx="810101" cy="2108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225D9-632A-4021-8CCB-7044F1A47014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671088"/>
            <a:ext cx="1215152" cy="2108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671088"/>
            <a:ext cx="810101" cy="2108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73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EC36F1-8182-4099-8A75-0524F4164147}"/>
              </a:ext>
            </a:extLst>
          </p:cNvPr>
          <p:cNvSpPr txBox="1"/>
          <p:nvPr/>
        </p:nvSpPr>
        <p:spPr>
          <a:xfrm>
            <a:off x="-47384" y="1879290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4AD43-937A-42E1-BEE0-99A243968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15308"/>
            <a:ext cx="1492545" cy="3942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8EDE28-4840-4E90-8B0B-5D34BB3A5A07}"/>
              </a:ext>
            </a:extLst>
          </p:cNvPr>
          <p:cNvSpPr txBox="1"/>
          <p:nvPr/>
        </p:nvSpPr>
        <p:spPr>
          <a:xfrm>
            <a:off x="2415650" y="1889929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</p:spTree>
    <p:extLst>
      <p:ext uri="{BB962C8B-B14F-4D97-AF65-F5344CB8AC3E}">
        <p14:creationId xmlns:p14="http://schemas.microsoft.com/office/powerpoint/2010/main" val="319196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EC36F1-8182-4099-8A75-0524F4164147}"/>
              </a:ext>
            </a:extLst>
          </p:cNvPr>
          <p:cNvSpPr txBox="1"/>
          <p:nvPr/>
        </p:nvSpPr>
        <p:spPr>
          <a:xfrm>
            <a:off x="-47384" y="1879290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4AD43-937A-42E1-BEE0-99A243968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15308"/>
            <a:ext cx="1492545" cy="394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6DE6C2-30D9-42AE-BB04-C6969E882C64}"/>
              </a:ext>
            </a:extLst>
          </p:cNvPr>
          <p:cNvSpPr txBox="1"/>
          <p:nvPr/>
        </p:nvSpPr>
        <p:spPr>
          <a:xfrm>
            <a:off x="133330" y="18170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3763B-3565-426E-945C-4AE6BA442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09489">
            <a:off x="-255072" y="1022177"/>
            <a:ext cx="1382342" cy="394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2CA7AD-0D4C-4455-8AB3-48A5FD677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413">
            <a:off x="231330" y="1048508"/>
            <a:ext cx="2964103" cy="394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8EDE28-4840-4E90-8B0B-5D34BB3A5A07}"/>
              </a:ext>
            </a:extLst>
          </p:cNvPr>
          <p:cNvSpPr txBox="1"/>
          <p:nvPr/>
        </p:nvSpPr>
        <p:spPr>
          <a:xfrm>
            <a:off x="2415650" y="1889929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</p:spTree>
    <p:extLst>
      <p:ext uri="{BB962C8B-B14F-4D97-AF65-F5344CB8AC3E}">
        <p14:creationId xmlns:p14="http://schemas.microsoft.com/office/powerpoint/2010/main" val="167430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EC36F1-8182-4099-8A75-0524F4164147}"/>
              </a:ext>
            </a:extLst>
          </p:cNvPr>
          <p:cNvSpPr txBox="1"/>
          <p:nvPr/>
        </p:nvSpPr>
        <p:spPr>
          <a:xfrm>
            <a:off x="-47384" y="1879290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4AD43-937A-42E1-BEE0-99A243968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15308"/>
            <a:ext cx="1492545" cy="394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6DE6C2-30D9-42AE-BB04-C6969E882C64}"/>
              </a:ext>
            </a:extLst>
          </p:cNvPr>
          <p:cNvSpPr txBox="1"/>
          <p:nvPr/>
        </p:nvSpPr>
        <p:spPr>
          <a:xfrm>
            <a:off x="133330" y="18170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3763B-3565-426E-945C-4AE6BA442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09489">
            <a:off x="-255072" y="1022177"/>
            <a:ext cx="1382342" cy="394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2CA7AD-0D4C-4455-8AB3-48A5FD677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413">
            <a:off x="231330" y="1048508"/>
            <a:ext cx="2964103" cy="394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8EDE28-4840-4E90-8B0B-5D34BB3A5A07}"/>
              </a:ext>
            </a:extLst>
          </p:cNvPr>
          <p:cNvSpPr txBox="1"/>
          <p:nvPr/>
        </p:nvSpPr>
        <p:spPr>
          <a:xfrm>
            <a:off x="2415650" y="1889929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8A40C3-2442-3100-6F42-7828B881A3A1}"/>
              </a:ext>
            </a:extLst>
          </p:cNvPr>
          <p:cNvSpPr txBox="1"/>
          <p:nvPr/>
        </p:nvSpPr>
        <p:spPr>
          <a:xfrm>
            <a:off x="206519" y="2810510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physical health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02051-EC62-D1EF-2B30-8AB55794FCF5}"/>
              </a:ext>
            </a:extLst>
          </p:cNvPr>
          <p:cNvSpPr txBox="1"/>
          <p:nvPr/>
        </p:nvSpPr>
        <p:spPr>
          <a:xfrm>
            <a:off x="-31904" y="3453176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neuroticism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76716-BCF0-D130-B039-44092CC40CC5}"/>
              </a:ext>
            </a:extLst>
          </p:cNvPr>
          <p:cNvSpPr txBox="1"/>
          <p:nvPr/>
        </p:nvSpPr>
        <p:spPr>
          <a:xfrm>
            <a:off x="759699" y="773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738D2C-E36B-1129-3F67-2BE16740C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35293">
            <a:off x="328858" y="2429617"/>
            <a:ext cx="861683" cy="2250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6083F2-0423-5EA0-A3A5-B21C57377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83032">
            <a:off x="1408450" y="2459393"/>
            <a:ext cx="1194789" cy="225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24C16E-91E3-6196-A95D-93C8BE5A5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20273">
            <a:off x="540752" y="2834988"/>
            <a:ext cx="2585025" cy="1717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7F763-B302-5453-84D4-C649C45AB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16206">
            <a:off x="-626647" y="2815593"/>
            <a:ext cx="1666331" cy="1717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1F5D7D-6CCD-364D-AD18-A7FB18F9D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3749">
            <a:off x="800149" y="1424341"/>
            <a:ext cx="1902336" cy="1717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38C0F1-158B-9413-2B7D-114073473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16905">
            <a:off x="398606" y="1371434"/>
            <a:ext cx="861683" cy="2250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304C5D-38EE-62D7-87D1-A8D180AC441C}"/>
              </a:ext>
            </a:extLst>
          </p:cNvPr>
          <p:cNvSpPr txBox="1"/>
          <p:nvPr/>
        </p:nvSpPr>
        <p:spPr>
          <a:xfrm>
            <a:off x="1122785" y="13100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SES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A6C162-7BF0-B283-FEC4-70BBE3E5D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15935">
            <a:off x="877095" y="1072491"/>
            <a:ext cx="2400420" cy="1717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BDAC9-6C65-C376-AA61-2AE8794FB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16905">
            <a:off x="67753" y="896462"/>
            <a:ext cx="1625522" cy="2250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412FD0D-4ADF-B22F-F958-CBD4A045D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27678">
            <a:off x="566344" y="239083"/>
            <a:ext cx="617941" cy="2250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DC577D3-F4B8-E28E-5554-6AD6CA15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75241">
            <a:off x="-947784" y="1744089"/>
            <a:ext cx="2713347" cy="17179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BEA2D6-8AFD-9670-3401-1C44EEE94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88687">
            <a:off x="-423832" y="1593954"/>
            <a:ext cx="2941790" cy="13328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F218E5D-C2C3-1858-EC50-3C95B9539750}"/>
              </a:ext>
            </a:extLst>
          </p:cNvPr>
          <p:cNvSpPr/>
          <p:nvPr/>
        </p:nvSpPr>
        <p:spPr>
          <a:xfrm>
            <a:off x="-128558" y="0"/>
            <a:ext cx="3684550" cy="4010078"/>
          </a:xfrm>
          <a:prstGeom prst="rect">
            <a:avLst/>
          </a:prstGeom>
          <a:solidFill>
            <a:srgbClr val="FFFFFF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90824-A6DB-E50D-D6BE-1CCCCB783090}"/>
              </a:ext>
            </a:extLst>
          </p:cNvPr>
          <p:cNvSpPr txBox="1"/>
          <p:nvPr/>
        </p:nvSpPr>
        <p:spPr>
          <a:xfrm>
            <a:off x="-47384" y="1884113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C14665-63BC-F99A-7532-51C39B680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20131"/>
            <a:ext cx="1492545" cy="3942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990533-DFF6-CC97-0B41-8F1CC20287C6}"/>
              </a:ext>
            </a:extLst>
          </p:cNvPr>
          <p:cNvSpPr txBox="1"/>
          <p:nvPr/>
        </p:nvSpPr>
        <p:spPr>
          <a:xfrm>
            <a:off x="2415650" y="1894752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</p:spTree>
    <p:extLst>
      <p:ext uri="{BB962C8B-B14F-4D97-AF65-F5344CB8AC3E}">
        <p14:creationId xmlns:p14="http://schemas.microsoft.com/office/powerpoint/2010/main" val="379688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EC36F1-8182-4099-8A75-0524F4164147}"/>
              </a:ext>
            </a:extLst>
          </p:cNvPr>
          <p:cNvSpPr txBox="1"/>
          <p:nvPr/>
        </p:nvSpPr>
        <p:spPr>
          <a:xfrm>
            <a:off x="-47384" y="1879289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DE6C2-30D9-42AE-BB04-C6969E882C64}"/>
              </a:ext>
            </a:extLst>
          </p:cNvPr>
          <p:cNvSpPr txBox="1"/>
          <p:nvPr/>
        </p:nvSpPr>
        <p:spPr>
          <a:xfrm>
            <a:off x="133330" y="18170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3763B-3565-426E-945C-4AE6BA442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09489">
            <a:off x="-255072" y="1022177"/>
            <a:ext cx="1382342" cy="394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2CA7AD-0D4C-4455-8AB3-48A5FD677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413">
            <a:off x="231330" y="1048508"/>
            <a:ext cx="2964103" cy="394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8EDE28-4840-4E90-8B0B-5D34BB3A5A07}"/>
              </a:ext>
            </a:extLst>
          </p:cNvPr>
          <p:cNvSpPr txBox="1"/>
          <p:nvPr/>
        </p:nvSpPr>
        <p:spPr>
          <a:xfrm>
            <a:off x="2415650" y="1889929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7B6-5E31-AE3B-D69B-99E66F24F39F}"/>
              </a:ext>
            </a:extLst>
          </p:cNvPr>
          <p:cNvSpPr/>
          <p:nvPr/>
        </p:nvSpPr>
        <p:spPr>
          <a:xfrm>
            <a:off x="189875" y="1059305"/>
            <a:ext cx="832279" cy="805672"/>
          </a:xfrm>
          <a:prstGeom prst="rect">
            <a:avLst/>
          </a:prstGeom>
          <a:solidFill>
            <a:srgbClr val="FFFFFF">
              <a:alpha val="92157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EB80AD-4A08-07D7-D799-7A77C84DC31B}"/>
              </a:ext>
            </a:extLst>
          </p:cNvPr>
          <p:cNvCxnSpPr/>
          <p:nvPr/>
        </p:nvCxnSpPr>
        <p:spPr>
          <a:xfrm flipV="1">
            <a:off x="264826" y="1014334"/>
            <a:ext cx="334781" cy="84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47A256F-F3CF-9689-26C1-CE5161988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88760">
            <a:off x="184177" y="2299372"/>
            <a:ext cx="395066" cy="162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2E0A6C-E21A-821F-14D9-27A943D7E18D}"/>
              </a:ext>
            </a:extLst>
          </p:cNvPr>
          <p:cNvSpPr/>
          <p:nvPr/>
        </p:nvSpPr>
        <p:spPr>
          <a:xfrm>
            <a:off x="38444" y="2453743"/>
            <a:ext cx="535101" cy="169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n>
                  <a:solidFill>
                    <a:schemeClr val="tx1"/>
                  </a:solidFill>
                </a:ln>
              </a:rPr>
              <a:t>random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F41C21-6E7D-DAED-B4FA-061765B6F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15308"/>
            <a:ext cx="1492545" cy="39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7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AA395-FBC3-1A0E-95AE-9AACF9F26FEF}"/>
              </a:ext>
            </a:extLst>
          </p:cNvPr>
          <p:cNvSpPr txBox="1"/>
          <p:nvPr/>
        </p:nvSpPr>
        <p:spPr>
          <a:xfrm>
            <a:off x="-47384" y="1879289"/>
            <a:ext cx="132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mindfulness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087E8-6A20-4FBD-854A-64743FE43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2386">
            <a:off x="278928" y="1200286"/>
            <a:ext cx="1632113" cy="394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389925-A79E-4675-8D77-7E50F1CB0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62267">
            <a:off x="1624846" y="1257585"/>
            <a:ext cx="1760024" cy="394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697A7-84C7-4A78-2D5B-FD9474FC3529}"/>
              </a:ext>
            </a:extLst>
          </p:cNvPr>
          <p:cNvSpPr txBox="1"/>
          <p:nvPr/>
        </p:nvSpPr>
        <p:spPr>
          <a:xfrm>
            <a:off x="1230998" y="546234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Sleep qual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297DC-629C-73A7-4077-8F2C4D660A0F}"/>
              </a:ext>
            </a:extLst>
          </p:cNvPr>
          <p:cNvSpPr txBox="1"/>
          <p:nvPr/>
        </p:nvSpPr>
        <p:spPr>
          <a:xfrm>
            <a:off x="2415650" y="1889929"/>
            <a:ext cx="144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anxiety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C0E5B8-6ACD-66A2-38B4-C0442A2FD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688760">
            <a:off x="184177" y="2299372"/>
            <a:ext cx="395066" cy="16283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B8705A-3592-5A43-0228-1C96DC21536E}"/>
              </a:ext>
            </a:extLst>
          </p:cNvPr>
          <p:cNvSpPr/>
          <p:nvPr/>
        </p:nvSpPr>
        <p:spPr>
          <a:xfrm>
            <a:off x="38444" y="2453743"/>
            <a:ext cx="535101" cy="169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ln>
                  <a:solidFill>
                    <a:schemeClr val="tx1"/>
                  </a:solidFill>
                </a:ln>
              </a:rPr>
              <a:t>random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17A4C2-318E-C16B-357A-39B65A207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659" y="1915308"/>
            <a:ext cx="1492545" cy="39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3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4688</TotalTime>
  <Words>24</Words>
  <Application>Microsoft Office PowerPoint</Application>
  <PresentationFormat>Custom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Tempus Sans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16</cp:revision>
  <dcterms:created xsi:type="dcterms:W3CDTF">2024-05-30T12:53:08Z</dcterms:created>
  <dcterms:modified xsi:type="dcterms:W3CDTF">2026-08-28T10:55:14Z</dcterms:modified>
</cp:coreProperties>
</file>