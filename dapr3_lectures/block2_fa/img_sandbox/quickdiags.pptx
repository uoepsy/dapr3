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8" r:id="rId2"/>
    <p:sldId id="256" r:id="rId3"/>
    <p:sldId id="257" r:id="rId4"/>
  </p:sldIdLst>
  <p:sldSz cx="9906000" cy="6858000" type="A4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87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16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23110-092B-4D02-B6E6-5995FEB1C911}" type="datetimeFigureOut">
              <a:rPr lang="en-GB" smtClean="0"/>
              <a:t>11/06/2026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5D469-2893-4A4D-95AD-CB63F06F66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09601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23110-092B-4D02-B6E6-5995FEB1C911}" type="datetimeFigureOut">
              <a:rPr lang="en-GB" smtClean="0"/>
              <a:t>11/06/2026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5D469-2893-4A4D-95AD-CB63F06F66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1525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23110-092B-4D02-B6E6-5995FEB1C911}" type="datetimeFigureOut">
              <a:rPr lang="en-GB" smtClean="0"/>
              <a:t>11/06/2026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5D469-2893-4A4D-95AD-CB63F06F66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0947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23110-092B-4D02-B6E6-5995FEB1C911}" type="datetimeFigureOut">
              <a:rPr lang="en-GB" smtClean="0"/>
              <a:t>11/06/2026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5D469-2893-4A4D-95AD-CB63F06F66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07501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23110-092B-4D02-B6E6-5995FEB1C911}" type="datetimeFigureOut">
              <a:rPr lang="en-GB" smtClean="0"/>
              <a:t>11/06/2026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5D469-2893-4A4D-95AD-CB63F06F66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01623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23110-092B-4D02-B6E6-5995FEB1C911}" type="datetimeFigureOut">
              <a:rPr lang="en-GB" smtClean="0"/>
              <a:t>11/06/2026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5D469-2893-4A4D-95AD-CB63F06F66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3251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23110-092B-4D02-B6E6-5995FEB1C911}" type="datetimeFigureOut">
              <a:rPr lang="en-GB" smtClean="0"/>
              <a:t>11/06/2026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5D469-2893-4A4D-95AD-CB63F06F66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7866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23110-092B-4D02-B6E6-5995FEB1C911}" type="datetimeFigureOut">
              <a:rPr lang="en-GB" smtClean="0"/>
              <a:t>11/06/2026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5D469-2893-4A4D-95AD-CB63F06F66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016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23110-092B-4D02-B6E6-5995FEB1C911}" type="datetimeFigureOut">
              <a:rPr lang="en-GB" smtClean="0"/>
              <a:t>11/06/2026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5D469-2893-4A4D-95AD-CB63F06F66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6427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23110-092B-4D02-B6E6-5995FEB1C911}" type="datetimeFigureOut">
              <a:rPr lang="en-GB" smtClean="0"/>
              <a:t>11/06/2026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5D469-2893-4A4D-95AD-CB63F06F66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34583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23110-092B-4D02-B6E6-5995FEB1C911}" type="datetimeFigureOut">
              <a:rPr lang="en-GB" smtClean="0"/>
              <a:t>11/06/2026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5D469-2893-4A4D-95AD-CB63F06F66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9649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923110-092B-4D02-B6E6-5995FEB1C911}" type="datetimeFigureOut">
              <a:rPr lang="en-GB" smtClean="0"/>
              <a:t>11/06/2026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95D469-2893-4A4D-95AD-CB63F06F66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5038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EF07CC3-FDA5-4948-9230-EE00F5D20B78}"/>
              </a:ext>
            </a:extLst>
          </p:cNvPr>
          <p:cNvSpPr/>
          <p:nvPr/>
        </p:nvSpPr>
        <p:spPr>
          <a:xfrm>
            <a:off x="1393022" y="1301450"/>
            <a:ext cx="2175639" cy="1176456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722" dirty="0">
                <a:solidFill>
                  <a:schemeClr val="tx1"/>
                </a:solidFill>
              </a:rPr>
              <a:t>observed variable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467A928-E35E-4572-BA6E-2819DD6C02B0}"/>
              </a:ext>
            </a:extLst>
          </p:cNvPr>
          <p:cNvCxnSpPr>
            <a:cxnSpLocks/>
          </p:cNvCxnSpPr>
          <p:nvPr/>
        </p:nvCxnSpPr>
        <p:spPr>
          <a:xfrm>
            <a:off x="1253007" y="4879703"/>
            <a:ext cx="2455663" cy="0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ECBE496F-C776-4F26-B647-B99873913EEC}"/>
              </a:ext>
            </a:extLst>
          </p:cNvPr>
          <p:cNvSpPr/>
          <p:nvPr/>
        </p:nvSpPr>
        <p:spPr>
          <a:xfrm>
            <a:off x="5673136" y="892045"/>
            <a:ext cx="3165376" cy="1704119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722" dirty="0">
                <a:solidFill>
                  <a:schemeClr val="tx1"/>
                </a:solidFill>
              </a:rPr>
              <a:t>unobserved variable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63047A-0619-4950-8953-B4165A145B61}"/>
              </a:ext>
            </a:extLst>
          </p:cNvPr>
          <p:cNvSpPr txBox="1"/>
          <p:nvPr/>
        </p:nvSpPr>
        <p:spPr>
          <a:xfrm>
            <a:off x="1588001" y="4209461"/>
            <a:ext cx="1650195" cy="930126"/>
          </a:xfrm>
          <a:prstGeom prst="rect">
            <a:avLst/>
          </a:prstGeom>
          <a:noFill/>
          <a:ln w="57150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GB" sz="2722" dirty="0"/>
              <a:t>regression</a:t>
            </a:r>
            <a:br>
              <a:rPr lang="en-GB" sz="2722" dirty="0"/>
            </a:br>
            <a:endParaRPr lang="en-GB" sz="2722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A7196ED-79D2-4A21-B462-9992D0896200}"/>
              </a:ext>
            </a:extLst>
          </p:cNvPr>
          <p:cNvCxnSpPr>
            <a:cxnSpLocks/>
          </p:cNvCxnSpPr>
          <p:nvPr/>
        </p:nvCxnSpPr>
        <p:spPr>
          <a:xfrm>
            <a:off x="5825285" y="4895622"/>
            <a:ext cx="2455663" cy="0"/>
          </a:xfrm>
          <a:prstGeom prst="straightConnector1">
            <a:avLst/>
          </a:prstGeom>
          <a:ln w="57150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E9E928FD-9888-46C9-ABF4-F3C008CAAB69}"/>
              </a:ext>
            </a:extLst>
          </p:cNvPr>
          <p:cNvSpPr txBox="1"/>
          <p:nvPr/>
        </p:nvSpPr>
        <p:spPr>
          <a:xfrm>
            <a:off x="6201726" y="4227304"/>
            <a:ext cx="1702774" cy="511230"/>
          </a:xfrm>
          <a:prstGeom prst="rect">
            <a:avLst/>
          </a:prstGeom>
          <a:noFill/>
          <a:ln w="57150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GB" sz="2722" dirty="0"/>
              <a:t>covariance</a:t>
            </a:r>
          </a:p>
        </p:txBody>
      </p:sp>
    </p:spTree>
    <p:extLst>
      <p:ext uri="{BB962C8B-B14F-4D97-AF65-F5344CB8AC3E}">
        <p14:creationId xmlns:p14="http://schemas.microsoft.com/office/powerpoint/2010/main" val="22457193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exagon 3">
            <a:extLst>
              <a:ext uri="{FF2B5EF4-FFF2-40B4-BE49-F238E27FC236}">
                <a16:creationId xmlns:a16="http://schemas.microsoft.com/office/drawing/2014/main" id="{CED665F1-C102-423E-9E0A-B561C323F14A}"/>
              </a:ext>
            </a:extLst>
          </p:cNvPr>
          <p:cNvSpPr/>
          <p:nvPr/>
        </p:nvSpPr>
        <p:spPr>
          <a:xfrm>
            <a:off x="5898416" y="2047438"/>
            <a:ext cx="3484746" cy="2581787"/>
          </a:xfrm>
          <a:prstGeom prst="hexagon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722" dirty="0">
                <a:solidFill>
                  <a:schemeClr val="tx1"/>
                </a:solidFill>
              </a:rPr>
              <a:t>COMPONENT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F07CC3-FDA5-4948-9230-EE00F5D20B78}"/>
              </a:ext>
            </a:extLst>
          </p:cNvPr>
          <p:cNvSpPr/>
          <p:nvPr/>
        </p:nvSpPr>
        <p:spPr>
          <a:xfrm>
            <a:off x="1274917" y="846454"/>
            <a:ext cx="2175639" cy="1176456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67" dirty="0">
                <a:solidFill>
                  <a:schemeClr val="tx1"/>
                </a:solidFill>
              </a:rPr>
              <a:t>Variable 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A6A47D-AC10-44F1-8646-7A14888A6718}"/>
              </a:ext>
            </a:extLst>
          </p:cNvPr>
          <p:cNvSpPr/>
          <p:nvPr/>
        </p:nvSpPr>
        <p:spPr>
          <a:xfrm>
            <a:off x="1274920" y="2840772"/>
            <a:ext cx="2175639" cy="1176456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67" dirty="0">
                <a:solidFill>
                  <a:schemeClr val="tx1"/>
                </a:solidFill>
              </a:rPr>
              <a:t>Variable 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725A8B1-C4BD-41A9-966A-6D00723E74CF}"/>
              </a:ext>
            </a:extLst>
          </p:cNvPr>
          <p:cNvSpPr/>
          <p:nvPr/>
        </p:nvSpPr>
        <p:spPr>
          <a:xfrm>
            <a:off x="1274917" y="4835093"/>
            <a:ext cx="2175639" cy="1176456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67" dirty="0">
                <a:solidFill>
                  <a:schemeClr val="tx1"/>
                </a:solidFill>
              </a:rPr>
              <a:t>Variable 3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9EBCC1F-4A12-4BA1-A154-4D9531F2AB44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3450556" y="1434686"/>
            <a:ext cx="2561651" cy="1594913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467A928-E35E-4572-BA6E-2819DD6C02B0}"/>
              </a:ext>
            </a:extLst>
          </p:cNvPr>
          <p:cNvCxnSpPr>
            <a:stCxn id="8" idx="3"/>
            <a:endCxn id="4" idx="3"/>
          </p:cNvCxnSpPr>
          <p:nvPr/>
        </p:nvCxnSpPr>
        <p:spPr>
          <a:xfrm flipV="1">
            <a:off x="3450559" y="3338332"/>
            <a:ext cx="2447861" cy="90668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C25C690-FB3E-4971-9250-7E0BCB45066C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3450556" y="3642355"/>
            <a:ext cx="2561651" cy="1780970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6510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EF07CC3-FDA5-4948-9230-EE00F5D20B78}"/>
              </a:ext>
            </a:extLst>
          </p:cNvPr>
          <p:cNvSpPr/>
          <p:nvPr/>
        </p:nvSpPr>
        <p:spPr>
          <a:xfrm>
            <a:off x="6622906" y="846454"/>
            <a:ext cx="2175639" cy="1176456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67" dirty="0">
                <a:solidFill>
                  <a:schemeClr val="tx1"/>
                </a:solidFill>
              </a:rPr>
              <a:t>Variable 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A6A47D-AC10-44F1-8646-7A14888A6718}"/>
              </a:ext>
            </a:extLst>
          </p:cNvPr>
          <p:cNvSpPr/>
          <p:nvPr/>
        </p:nvSpPr>
        <p:spPr>
          <a:xfrm>
            <a:off x="6622908" y="2840772"/>
            <a:ext cx="2175639" cy="1176456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67" dirty="0">
                <a:solidFill>
                  <a:schemeClr val="tx1"/>
                </a:solidFill>
              </a:rPr>
              <a:t>Variable 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725A8B1-C4BD-41A9-966A-6D00723E74CF}"/>
              </a:ext>
            </a:extLst>
          </p:cNvPr>
          <p:cNvSpPr/>
          <p:nvPr/>
        </p:nvSpPr>
        <p:spPr>
          <a:xfrm>
            <a:off x="6622906" y="4835093"/>
            <a:ext cx="2175639" cy="1176456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67" dirty="0">
                <a:solidFill>
                  <a:schemeClr val="tx1"/>
                </a:solidFill>
              </a:rPr>
              <a:t>Variable 3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9EBCC1F-4A12-4BA1-A154-4D9531F2AB44}"/>
              </a:ext>
            </a:extLst>
          </p:cNvPr>
          <p:cNvCxnSpPr>
            <a:cxnSpLocks/>
            <a:endCxn id="5" idx="1"/>
          </p:cNvCxnSpPr>
          <p:nvPr/>
        </p:nvCxnSpPr>
        <p:spPr>
          <a:xfrm flipV="1">
            <a:off x="4547191" y="1434682"/>
            <a:ext cx="2075715" cy="1605396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467A928-E35E-4572-BA6E-2819DD6C02B0}"/>
              </a:ext>
            </a:extLst>
          </p:cNvPr>
          <p:cNvCxnSpPr>
            <a:cxnSpLocks/>
            <a:stCxn id="3" idx="6"/>
            <a:endCxn id="8" idx="1"/>
          </p:cNvCxnSpPr>
          <p:nvPr/>
        </p:nvCxnSpPr>
        <p:spPr>
          <a:xfrm flipV="1">
            <a:off x="4654325" y="3429000"/>
            <a:ext cx="1968583" cy="11868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C25C690-FB3E-4971-9250-7E0BCB45066C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4547191" y="3854559"/>
            <a:ext cx="2075715" cy="1568762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ABA8CF2F-DB0C-4389-B325-739D051CA495}"/>
              </a:ext>
            </a:extLst>
          </p:cNvPr>
          <p:cNvSpPr/>
          <p:nvPr/>
        </p:nvSpPr>
        <p:spPr>
          <a:xfrm>
            <a:off x="926910" y="2149975"/>
            <a:ext cx="3727411" cy="2581787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FACTOR</a:t>
            </a:r>
          </a:p>
        </p:txBody>
      </p:sp>
    </p:spTree>
    <p:extLst>
      <p:ext uri="{BB962C8B-B14F-4D97-AF65-F5344CB8AC3E}">
        <p14:creationId xmlns:p14="http://schemas.microsoft.com/office/powerpoint/2010/main" val="2393015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</TotalTime>
  <Words>21</Words>
  <Application>Microsoft Office PowerPoint</Application>
  <PresentationFormat>A4 Paper (210x297 mm)</PresentationFormat>
  <Paragraphs>12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Josiah King</dc:creator>
  <cp:lastModifiedBy>Josiah King</cp:lastModifiedBy>
  <cp:revision>5</cp:revision>
  <dcterms:created xsi:type="dcterms:W3CDTF">2025-09-30T11:06:36Z</dcterms:created>
  <dcterms:modified xsi:type="dcterms:W3CDTF">2026-06-11T13:51:54Z</dcterms:modified>
</cp:coreProperties>
</file>