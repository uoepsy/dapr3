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7488238" cy="5057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2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618" y="827743"/>
            <a:ext cx="6365002" cy="1760855"/>
          </a:xfrm>
        </p:spPr>
        <p:txBody>
          <a:bodyPr anchor="b"/>
          <a:lstStyle>
            <a:lvl1pPr algn="ctr">
              <a:defRPr sz="44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6030" y="2656503"/>
            <a:ext cx="5616179" cy="1221124"/>
          </a:xfrm>
        </p:spPr>
        <p:txBody>
          <a:bodyPr/>
          <a:lstStyle>
            <a:lvl1pPr marL="0" indent="0" algn="ctr">
              <a:buNone/>
              <a:defRPr sz="1770"/>
            </a:lvl1pPr>
            <a:lvl2pPr marL="337185" indent="0" algn="ctr">
              <a:buNone/>
              <a:defRPr sz="1475"/>
            </a:lvl2pPr>
            <a:lvl3pPr marL="674370" indent="0" algn="ctr">
              <a:buNone/>
              <a:defRPr sz="1328"/>
            </a:lvl3pPr>
            <a:lvl4pPr marL="1011555" indent="0" algn="ctr">
              <a:buNone/>
              <a:defRPr sz="1180"/>
            </a:lvl4pPr>
            <a:lvl5pPr marL="1348740" indent="0" algn="ctr">
              <a:buNone/>
              <a:defRPr sz="1180"/>
            </a:lvl5pPr>
            <a:lvl6pPr marL="1685925" indent="0" algn="ctr">
              <a:buNone/>
              <a:defRPr sz="1180"/>
            </a:lvl6pPr>
            <a:lvl7pPr marL="2023110" indent="0" algn="ctr">
              <a:buNone/>
              <a:defRPr sz="1180"/>
            </a:lvl7pPr>
            <a:lvl8pPr marL="2360295" indent="0" algn="ctr">
              <a:buNone/>
              <a:defRPr sz="1180"/>
            </a:lvl8pPr>
            <a:lvl9pPr marL="2697480" indent="0" algn="ctr">
              <a:buNone/>
              <a:defRPr sz="11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668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751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917" y="1260933"/>
            <a:ext cx="6458605" cy="2103894"/>
          </a:xfrm>
        </p:spPr>
        <p:txBody>
          <a:bodyPr anchor="b"/>
          <a:lstStyle>
            <a:lvl1pPr>
              <a:defRPr sz="44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917" y="3384730"/>
            <a:ext cx="6458605" cy="1106388"/>
          </a:xfrm>
        </p:spPr>
        <p:txBody>
          <a:bodyPr/>
          <a:lstStyle>
            <a:lvl1pPr marL="0" indent="0">
              <a:buNone/>
              <a:defRPr sz="1770">
                <a:solidFill>
                  <a:schemeClr val="tx1"/>
                </a:solidFill>
              </a:defRPr>
            </a:lvl1pPr>
            <a:lvl2pPr marL="337185" indent="0">
              <a:buNone/>
              <a:defRPr sz="1475">
                <a:solidFill>
                  <a:schemeClr val="tx1">
                    <a:tint val="75000"/>
                  </a:schemeClr>
                </a:solidFill>
              </a:defRPr>
            </a:lvl2pPr>
            <a:lvl3pPr marL="674370" indent="0">
              <a:buNone/>
              <a:defRPr sz="1328">
                <a:solidFill>
                  <a:schemeClr val="tx1">
                    <a:tint val="75000"/>
                  </a:schemeClr>
                </a:solidFill>
              </a:defRPr>
            </a:lvl3pPr>
            <a:lvl4pPr marL="1011555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4pPr>
            <a:lvl5pPr marL="1348740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5pPr>
            <a:lvl6pPr marL="1685925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6pPr>
            <a:lvl7pPr marL="2023110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7pPr>
            <a:lvl8pPr marL="2360295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8pPr>
            <a:lvl9pPr marL="2697480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339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816" y="1346398"/>
            <a:ext cx="3182501" cy="3209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0921" y="1346398"/>
            <a:ext cx="3182501" cy="3209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95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2" y="269281"/>
            <a:ext cx="6458605" cy="977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3" y="1239858"/>
            <a:ext cx="3167875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793" y="1847493"/>
            <a:ext cx="3167875" cy="2717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90921" y="1239858"/>
            <a:ext cx="3183476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90921" y="1847493"/>
            <a:ext cx="3183476" cy="2717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99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99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96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2" y="337185"/>
            <a:ext cx="2415152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3477" y="728227"/>
            <a:ext cx="3790920" cy="3594298"/>
          </a:xfrm>
        </p:spPr>
        <p:txBody>
          <a:bodyPr/>
          <a:lstStyle>
            <a:lvl1pPr>
              <a:defRPr sz="2360"/>
            </a:lvl1pPr>
            <a:lvl2pPr>
              <a:defRPr sz="2065"/>
            </a:lvl2pPr>
            <a:lvl3pPr>
              <a:defRPr sz="1770"/>
            </a:lvl3pPr>
            <a:lvl4pPr>
              <a:defRPr sz="1475"/>
            </a:lvl4pPr>
            <a:lvl5pPr>
              <a:defRPr sz="1475"/>
            </a:lvl5pPr>
            <a:lvl6pPr>
              <a:defRPr sz="1475"/>
            </a:lvl6pPr>
            <a:lvl7pPr>
              <a:defRPr sz="1475"/>
            </a:lvl7pPr>
            <a:lvl8pPr>
              <a:defRPr sz="1475"/>
            </a:lvl8pPr>
            <a:lvl9pPr>
              <a:defRPr sz="14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5792" y="1517333"/>
            <a:ext cx="2415152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84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2" y="337185"/>
            <a:ext cx="2415152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83477" y="728227"/>
            <a:ext cx="3790920" cy="3594298"/>
          </a:xfrm>
        </p:spPr>
        <p:txBody>
          <a:bodyPr anchor="t"/>
          <a:lstStyle>
            <a:lvl1pPr marL="0" indent="0">
              <a:buNone/>
              <a:defRPr sz="2360"/>
            </a:lvl1pPr>
            <a:lvl2pPr marL="337185" indent="0">
              <a:buNone/>
              <a:defRPr sz="2065"/>
            </a:lvl2pPr>
            <a:lvl3pPr marL="674370" indent="0">
              <a:buNone/>
              <a:defRPr sz="1770"/>
            </a:lvl3pPr>
            <a:lvl4pPr marL="1011555" indent="0">
              <a:buNone/>
              <a:defRPr sz="1475"/>
            </a:lvl4pPr>
            <a:lvl5pPr marL="1348740" indent="0">
              <a:buNone/>
              <a:defRPr sz="1475"/>
            </a:lvl5pPr>
            <a:lvl6pPr marL="1685925" indent="0">
              <a:buNone/>
              <a:defRPr sz="1475"/>
            </a:lvl6pPr>
            <a:lvl7pPr marL="2023110" indent="0">
              <a:buNone/>
              <a:defRPr sz="1475"/>
            </a:lvl7pPr>
            <a:lvl8pPr marL="2360295" indent="0">
              <a:buNone/>
              <a:defRPr sz="1475"/>
            </a:lvl8pPr>
            <a:lvl9pPr marL="2697480" indent="0">
              <a:buNone/>
              <a:defRPr sz="14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5792" y="1517333"/>
            <a:ext cx="2415152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48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83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58771" y="269279"/>
            <a:ext cx="1614651" cy="42862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817" y="269279"/>
            <a:ext cx="4750351" cy="42862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89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817" y="269281"/>
            <a:ext cx="6458605" cy="9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817" y="1346398"/>
            <a:ext cx="6458605" cy="3209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816" y="4687809"/>
            <a:ext cx="1684854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AA72C-94DF-4EDA-AE85-E70C2CA0B7EE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0479" y="4687809"/>
            <a:ext cx="2527280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88568" y="4687809"/>
            <a:ext cx="1684854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E8361-443D-4652-98EA-842E7D900E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16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4370" rtl="0" eaLnBrk="1" latinLnBrk="0" hangingPunct="1">
        <a:lnSpc>
          <a:spcPct val="90000"/>
        </a:lnSpc>
        <a:spcBef>
          <a:spcPct val="0"/>
        </a:spcBef>
        <a:buNone/>
        <a:defRPr sz="32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593" indent="-168593" algn="l" defTabSz="67437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1pPr>
      <a:lvl2pPr marL="50577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4296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8014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51733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85451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19170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52888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86607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1pPr>
      <a:lvl2pPr marL="33718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2pPr>
      <a:lvl3pPr marL="67437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3pPr>
      <a:lvl4pPr marL="101155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34874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68592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02311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36029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69748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0CCE657-7A50-4456-BDB4-121BA413DDCD}"/>
              </a:ext>
            </a:extLst>
          </p:cNvPr>
          <p:cNvSpPr/>
          <p:nvPr/>
        </p:nvSpPr>
        <p:spPr>
          <a:xfrm rot="5400000">
            <a:off x="1182167" y="1294336"/>
            <a:ext cx="717532" cy="1515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EAB6E6-2CC5-470D-98B5-462FAEA4F021}"/>
              </a:ext>
            </a:extLst>
          </p:cNvPr>
          <p:cNvSpPr/>
          <p:nvPr/>
        </p:nvSpPr>
        <p:spPr>
          <a:xfrm>
            <a:off x="2019063" y="3457944"/>
            <a:ext cx="363846" cy="395032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2D1CE-99D6-426C-A157-C047EBF5F2A8}"/>
              </a:ext>
            </a:extLst>
          </p:cNvPr>
          <p:cNvSpPr/>
          <p:nvPr/>
        </p:nvSpPr>
        <p:spPr>
          <a:xfrm rot="5400000">
            <a:off x="1540907" y="347354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68FA56-11FB-46AF-A9BB-A9C506488A10}"/>
              </a:ext>
            </a:extLst>
          </p:cNvPr>
          <p:cNvSpPr/>
          <p:nvPr/>
        </p:nvSpPr>
        <p:spPr>
          <a:xfrm rot="5400000">
            <a:off x="1079686" y="347354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F4F9EB-55E4-4B91-BF37-AC13246C67F1}"/>
              </a:ext>
            </a:extLst>
          </p:cNvPr>
          <p:cNvSpPr/>
          <p:nvPr/>
        </p:nvSpPr>
        <p:spPr>
          <a:xfrm rot="5400000">
            <a:off x="618465" y="347354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8E03E2-E57B-4D8D-8EFF-DB053F4F7836}"/>
              </a:ext>
            </a:extLst>
          </p:cNvPr>
          <p:cNvCxnSpPr>
            <a:cxnSpLocks/>
            <a:stCxn id="4" idx="6"/>
            <a:endCxn id="5" idx="0"/>
          </p:cNvCxnSpPr>
          <p:nvPr/>
        </p:nvCxnSpPr>
        <p:spPr>
          <a:xfrm>
            <a:off x="1540933" y="2410868"/>
            <a:ext cx="660053" cy="104707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9F980A-544D-45EB-B90D-2C7B701F2652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1540933" y="2410868"/>
            <a:ext cx="197490" cy="104708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9DD625-9530-41BF-B8F8-E01C8752D6B1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 flipH="1">
            <a:off x="1277202" y="2410868"/>
            <a:ext cx="263731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C93AD8-D302-481E-9F6A-37085BBD2A38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 flipH="1">
            <a:off x="815981" y="2410868"/>
            <a:ext cx="724952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81CC6DE7-BF72-415A-96DE-E6B028D0F833}"/>
              </a:ext>
            </a:extLst>
          </p:cNvPr>
          <p:cNvCxnSpPr>
            <a:cxnSpLocks/>
            <a:stCxn id="25" idx="2"/>
            <a:endCxn id="4" idx="2"/>
          </p:cNvCxnSpPr>
          <p:nvPr/>
        </p:nvCxnSpPr>
        <p:spPr>
          <a:xfrm rot="16200000" flipV="1">
            <a:off x="3756847" y="-522578"/>
            <a:ext cx="12700" cy="4431827"/>
          </a:xfrm>
          <a:prstGeom prst="curvedConnector3">
            <a:avLst>
              <a:gd name="adj1" fmla="val 6208386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1CBE0BDE-9CFB-4B5F-8D30-E9EE0E4FCF9B}"/>
              </a:ext>
            </a:extLst>
          </p:cNvPr>
          <p:cNvCxnSpPr>
            <a:cxnSpLocks/>
            <a:stCxn id="25" idx="2"/>
            <a:endCxn id="16" idx="2"/>
          </p:cNvCxnSpPr>
          <p:nvPr/>
        </p:nvCxnSpPr>
        <p:spPr>
          <a:xfrm rot="16200000" flipV="1">
            <a:off x="4844639" y="565215"/>
            <a:ext cx="12700" cy="2256242"/>
          </a:xfrm>
          <a:prstGeom prst="curvedConnector3">
            <a:avLst>
              <a:gd name="adj1" fmla="val 3008402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BC534046-08BA-482D-9014-3A4FC2A69350}"/>
              </a:ext>
            </a:extLst>
          </p:cNvPr>
          <p:cNvCxnSpPr>
            <a:cxnSpLocks/>
            <a:stCxn id="16" idx="2"/>
            <a:endCxn id="4" idx="2"/>
          </p:cNvCxnSpPr>
          <p:nvPr/>
        </p:nvCxnSpPr>
        <p:spPr>
          <a:xfrm rot="16200000" flipV="1">
            <a:off x="2628726" y="605543"/>
            <a:ext cx="12700" cy="2175585"/>
          </a:xfrm>
          <a:prstGeom prst="curvedConnector3">
            <a:avLst>
              <a:gd name="adj1" fmla="val 3008378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BC93B19-F9B5-40D5-9E65-481901406A17}"/>
              </a:ext>
            </a:extLst>
          </p:cNvPr>
          <p:cNvSpPr/>
          <p:nvPr/>
        </p:nvSpPr>
        <p:spPr>
          <a:xfrm rot="5400000">
            <a:off x="3357752" y="1294336"/>
            <a:ext cx="717532" cy="1515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AFDAC1-3F31-4009-AA56-3D0D8E06F3C4}"/>
              </a:ext>
            </a:extLst>
          </p:cNvPr>
          <p:cNvSpPr/>
          <p:nvPr/>
        </p:nvSpPr>
        <p:spPr>
          <a:xfrm>
            <a:off x="4194648" y="3457944"/>
            <a:ext cx="363846" cy="395032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C5B79D-ADFC-40F9-A59B-0FC3D19F91CD}"/>
              </a:ext>
            </a:extLst>
          </p:cNvPr>
          <p:cNvSpPr/>
          <p:nvPr/>
        </p:nvSpPr>
        <p:spPr>
          <a:xfrm rot="5400000">
            <a:off x="3716492" y="347354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C39BF3-A857-4800-B0A3-A646BC9EDBC2}"/>
              </a:ext>
            </a:extLst>
          </p:cNvPr>
          <p:cNvSpPr/>
          <p:nvPr/>
        </p:nvSpPr>
        <p:spPr>
          <a:xfrm rot="5400000">
            <a:off x="3255271" y="347354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C62F75-DE64-4BE1-AEEA-33ECA396ACA9}"/>
              </a:ext>
            </a:extLst>
          </p:cNvPr>
          <p:cNvSpPr/>
          <p:nvPr/>
        </p:nvSpPr>
        <p:spPr>
          <a:xfrm rot="5400000">
            <a:off x="2794050" y="347354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d4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B30AA8-D359-4BD1-8FDE-BB96C8FEF8E3}"/>
              </a:ext>
            </a:extLst>
          </p:cNvPr>
          <p:cNvCxnSpPr>
            <a:cxnSpLocks/>
            <a:stCxn id="16" idx="6"/>
            <a:endCxn id="17" idx="0"/>
          </p:cNvCxnSpPr>
          <p:nvPr/>
        </p:nvCxnSpPr>
        <p:spPr>
          <a:xfrm>
            <a:off x="3716518" y="2410868"/>
            <a:ext cx="660053" cy="104707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DE3BC9-D3B9-4407-9E79-499175974870}"/>
              </a:ext>
            </a:extLst>
          </p:cNvPr>
          <p:cNvCxnSpPr>
            <a:cxnSpLocks/>
            <a:stCxn id="16" idx="6"/>
            <a:endCxn id="18" idx="1"/>
          </p:cNvCxnSpPr>
          <p:nvPr/>
        </p:nvCxnSpPr>
        <p:spPr>
          <a:xfrm>
            <a:off x="3716518" y="2410868"/>
            <a:ext cx="197490" cy="104708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FC5632-A2E1-4687-B1DE-66D2567E1BA3}"/>
              </a:ext>
            </a:extLst>
          </p:cNvPr>
          <p:cNvCxnSpPr>
            <a:cxnSpLocks/>
            <a:stCxn id="16" idx="6"/>
            <a:endCxn id="19" idx="1"/>
          </p:cNvCxnSpPr>
          <p:nvPr/>
        </p:nvCxnSpPr>
        <p:spPr>
          <a:xfrm flipH="1">
            <a:off x="3452787" y="2410868"/>
            <a:ext cx="263731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11EDDE4-CF31-4AFE-9889-24996038D860}"/>
              </a:ext>
            </a:extLst>
          </p:cNvPr>
          <p:cNvCxnSpPr>
            <a:cxnSpLocks/>
            <a:stCxn id="16" idx="6"/>
            <a:endCxn id="20" idx="1"/>
          </p:cNvCxnSpPr>
          <p:nvPr/>
        </p:nvCxnSpPr>
        <p:spPr>
          <a:xfrm flipH="1">
            <a:off x="2991566" y="2410868"/>
            <a:ext cx="724952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1E31610-4713-4785-9BDE-F23CF4A510BB}"/>
              </a:ext>
            </a:extLst>
          </p:cNvPr>
          <p:cNvSpPr/>
          <p:nvPr/>
        </p:nvSpPr>
        <p:spPr>
          <a:xfrm rot="5400000">
            <a:off x="5613994" y="1294336"/>
            <a:ext cx="717532" cy="1515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5746F2-2F67-4C18-802E-FFAF5650416D}"/>
              </a:ext>
            </a:extLst>
          </p:cNvPr>
          <p:cNvSpPr/>
          <p:nvPr/>
        </p:nvSpPr>
        <p:spPr>
          <a:xfrm>
            <a:off x="6450890" y="3457944"/>
            <a:ext cx="363846" cy="395032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C6FF99-E8BD-4F76-AFB0-C3A770A57A44}"/>
              </a:ext>
            </a:extLst>
          </p:cNvPr>
          <p:cNvSpPr/>
          <p:nvPr/>
        </p:nvSpPr>
        <p:spPr>
          <a:xfrm rot="5400000">
            <a:off x="5972734" y="347354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EFA481-B153-4D70-B7CF-E877FA637AAC}"/>
              </a:ext>
            </a:extLst>
          </p:cNvPr>
          <p:cNvSpPr/>
          <p:nvPr/>
        </p:nvSpPr>
        <p:spPr>
          <a:xfrm rot="5400000">
            <a:off x="5511513" y="347354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3E0CF9-A9FA-43EF-9584-1B7B5EFF0B3D}"/>
              </a:ext>
            </a:extLst>
          </p:cNvPr>
          <p:cNvSpPr/>
          <p:nvPr/>
        </p:nvSpPr>
        <p:spPr>
          <a:xfrm rot="5400000">
            <a:off x="5050292" y="347354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d4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21F1354-FED6-41F7-9CD9-731C80073D53}"/>
              </a:ext>
            </a:extLst>
          </p:cNvPr>
          <p:cNvCxnSpPr>
            <a:cxnSpLocks/>
            <a:stCxn id="25" idx="6"/>
            <a:endCxn id="26" idx="0"/>
          </p:cNvCxnSpPr>
          <p:nvPr/>
        </p:nvCxnSpPr>
        <p:spPr>
          <a:xfrm>
            <a:off x="5972760" y="2410868"/>
            <a:ext cx="660053" cy="104707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676C0C-B160-4FEC-B9C2-6837C916437B}"/>
              </a:ext>
            </a:extLst>
          </p:cNvPr>
          <p:cNvCxnSpPr>
            <a:cxnSpLocks/>
            <a:stCxn id="25" idx="6"/>
            <a:endCxn id="27" idx="1"/>
          </p:cNvCxnSpPr>
          <p:nvPr/>
        </p:nvCxnSpPr>
        <p:spPr>
          <a:xfrm>
            <a:off x="5972760" y="2410868"/>
            <a:ext cx="197490" cy="104708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CB7C20-1E74-4420-AB00-B574A82A6CC5}"/>
              </a:ext>
            </a:extLst>
          </p:cNvPr>
          <p:cNvCxnSpPr>
            <a:cxnSpLocks/>
            <a:stCxn id="25" idx="6"/>
            <a:endCxn id="28" idx="1"/>
          </p:cNvCxnSpPr>
          <p:nvPr/>
        </p:nvCxnSpPr>
        <p:spPr>
          <a:xfrm flipH="1">
            <a:off x="5709029" y="2410868"/>
            <a:ext cx="263731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0D19DD5-4103-43D0-8D1E-13D91EACBCD6}"/>
              </a:ext>
            </a:extLst>
          </p:cNvPr>
          <p:cNvCxnSpPr>
            <a:cxnSpLocks/>
            <a:stCxn id="25" idx="6"/>
            <a:endCxn id="29" idx="1"/>
          </p:cNvCxnSpPr>
          <p:nvPr/>
        </p:nvCxnSpPr>
        <p:spPr>
          <a:xfrm flipH="1">
            <a:off x="5247808" y="2410868"/>
            <a:ext cx="724952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038961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8EEE55F-C383-4510-A86F-AB46252378D5}"/>
              </a:ext>
            </a:extLst>
          </p:cNvPr>
          <p:cNvSpPr/>
          <p:nvPr/>
        </p:nvSpPr>
        <p:spPr>
          <a:xfrm rot="5400000">
            <a:off x="1334567" y="1275286"/>
            <a:ext cx="717532" cy="1515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4FD5C-2144-4EC3-8880-45AB82099AEF}"/>
              </a:ext>
            </a:extLst>
          </p:cNvPr>
          <p:cNvSpPr/>
          <p:nvPr/>
        </p:nvSpPr>
        <p:spPr>
          <a:xfrm>
            <a:off x="2171463" y="3438894"/>
            <a:ext cx="363846" cy="395032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361454-FF01-4AC1-917C-807078E97B98}"/>
              </a:ext>
            </a:extLst>
          </p:cNvPr>
          <p:cNvSpPr/>
          <p:nvPr/>
        </p:nvSpPr>
        <p:spPr>
          <a:xfrm rot="5400000">
            <a:off x="1693307" y="345449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C83203-C879-4F92-B584-C2F5FD2BDF72}"/>
              </a:ext>
            </a:extLst>
          </p:cNvPr>
          <p:cNvSpPr/>
          <p:nvPr/>
        </p:nvSpPr>
        <p:spPr>
          <a:xfrm rot="5400000">
            <a:off x="1232086" y="345449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30CD77-9E64-4146-A024-E1D196A17663}"/>
              </a:ext>
            </a:extLst>
          </p:cNvPr>
          <p:cNvSpPr/>
          <p:nvPr/>
        </p:nvSpPr>
        <p:spPr>
          <a:xfrm rot="5400000">
            <a:off x="770865" y="345449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513C87-6112-4C7E-B196-D92E5597DC36}"/>
              </a:ext>
            </a:extLst>
          </p:cNvPr>
          <p:cNvCxnSpPr>
            <a:cxnSpLocks/>
            <a:stCxn id="4" idx="6"/>
            <a:endCxn id="5" idx="0"/>
          </p:cNvCxnSpPr>
          <p:nvPr/>
        </p:nvCxnSpPr>
        <p:spPr>
          <a:xfrm>
            <a:off x="1693333" y="2391818"/>
            <a:ext cx="660053" cy="104707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AA7F9F-8012-4FA6-AC3B-69974FAC08B9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1693333" y="2391818"/>
            <a:ext cx="197490" cy="104708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71BB08-5566-4689-8186-8A8D1043D66D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 flipH="1">
            <a:off x="1429602" y="2391818"/>
            <a:ext cx="263731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D44BEE-5242-4390-A00F-C4B25DF3D315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 flipH="1">
            <a:off x="968381" y="2391818"/>
            <a:ext cx="724952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E2A2F3A-6333-4F4E-BAF2-11764F479828}"/>
              </a:ext>
            </a:extLst>
          </p:cNvPr>
          <p:cNvSpPr/>
          <p:nvPr/>
        </p:nvSpPr>
        <p:spPr>
          <a:xfrm rot="5400000">
            <a:off x="5389752" y="1275286"/>
            <a:ext cx="717532" cy="1515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F33B5B-7CAC-43D7-80A9-D6D3827C2A19}"/>
              </a:ext>
            </a:extLst>
          </p:cNvPr>
          <p:cNvSpPr/>
          <p:nvPr/>
        </p:nvSpPr>
        <p:spPr>
          <a:xfrm>
            <a:off x="6226648" y="3438894"/>
            <a:ext cx="363846" cy="395032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D4C85-2548-4602-93D4-7E5DD6DB558A}"/>
              </a:ext>
            </a:extLst>
          </p:cNvPr>
          <p:cNvSpPr/>
          <p:nvPr/>
        </p:nvSpPr>
        <p:spPr>
          <a:xfrm rot="5400000">
            <a:off x="5748492" y="345449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DC3ACF-50BF-4705-9D15-97FB9CFD9994}"/>
              </a:ext>
            </a:extLst>
          </p:cNvPr>
          <p:cNvSpPr/>
          <p:nvPr/>
        </p:nvSpPr>
        <p:spPr>
          <a:xfrm rot="5400000">
            <a:off x="5287271" y="345449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117F7F-F442-42C7-99A5-26257225F73E}"/>
              </a:ext>
            </a:extLst>
          </p:cNvPr>
          <p:cNvSpPr/>
          <p:nvPr/>
        </p:nvSpPr>
        <p:spPr>
          <a:xfrm rot="5400000">
            <a:off x="4826050" y="345449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d4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C8534F-AA18-4B1C-9B21-809A5A9A75AB}"/>
              </a:ext>
            </a:extLst>
          </p:cNvPr>
          <p:cNvCxnSpPr>
            <a:cxnSpLocks/>
            <a:stCxn id="13" idx="6"/>
            <a:endCxn id="14" idx="0"/>
          </p:cNvCxnSpPr>
          <p:nvPr/>
        </p:nvCxnSpPr>
        <p:spPr>
          <a:xfrm>
            <a:off x="5748518" y="2391818"/>
            <a:ext cx="660053" cy="104707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E50014-0F1D-4720-B03F-68B058781D9D}"/>
              </a:ext>
            </a:extLst>
          </p:cNvPr>
          <p:cNvCxnSpPr>
            <a:cxnSpLocks/>
            <a:stCxn id="13" idx="6"/>
            <a:endCxn id="15" idx="1"/>
          </p:cNvCxnSpPr>
          <p:nvPr/>
        </p:nvCxnSpPr>
        <p:spPr>
          <a:xfrm>
            <a:off x="5748518" y="2391818"/>
            <a:ext cx="197490" cy="104708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96A0CD-0398-484C-AE99-D4766BC5A473}"/>
              </a:ext>
            </a:extLst>
          </p:cNvPr>
          <p:cNvCxnSpPr>
            <a:cxnSpLocks/>
            <a:stCxn id="13" idx="6"/>
            <a:endCxn id="16" idx="1"/>
          </p:cNvCxnSpPr>
          <p:nvPr/>
        </p:nvCxnSpPr>
        <p:spPr>
          <a:xfrm flipH="1">
            <a:off x="5484787" y="2391818"/>
            <a:ext cx="263731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B7F55D-03F8-4508-8354-641881925F34}"/>
              </a:ext>
            </a:extLst>
          </p:cNvPr>
          <p:cNvCxnSpPr>
            <a:cxnSpLocks/>
            <a:stCxn id="13" idx="6"/>
            <a:endCxn id="17" idx="1"/>
          </p:cNvCxnSpPr>
          <p:nvPr/>
        </p:nvCxnSpPr>
        <p:spPr>
          <a:xfrm flipH="1">
            <a:off x="5023566" y="2391818"/>
            <a:ext cx="724952" cy="104708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470CBFB-040A-43B3-8D7E-1CCCB4C12CDE}"/>
              </a:ext>
            </a:extLst>
          </p:cNvPr>
          <p:cNvSpPr txBox="1"/>
          <p:nvPr/>
        </p:nvSpPr>
        <p:spPr>
          <a:xfrm>
            <a:off x="1058946" y="2674530"/>
            <a:ext cx="1235960" cy="369332"/>
          </a:xfrm>
          <a:prstGeom prst="rect">
            <a:avLst/>
          </a:prstGeom>
          <a:solidFill>
            <a:srgbClr val="F8F8F8">
              <a:alpha val="58039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Loadings….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086FB9-5BD2-468A-A96E-71911BB6A6C2}"/>
              </a:ext>
            </a:extLst>
          </p:cNvPr>
          <p:cNvSpPr txBox="1"/>
          <p:nvPr/>
        </p:nvSpPr>
        <p:spPr>
          <a:xfrm>
            <a:off x="5130538" y="2674530"/>
            <a:ext cx="1235960" cy="369332"/>
          </a:xfrm>
          <a:prstGeom prst="rect">
            <a:avLst/>
          </a:prstGeom>
          <a:solidFill>
            <a:srgbClr val="F8F8F8">
              <a:alpha val="58039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Loadings….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A601C9-2620-41F1-88B7-C1DA09FD098E}"/>
              </a:ext>
            </a:extLst>
          </p:cNvPr>
          <p:cNvSpPr txBox="1"/>
          <p:nvPr/>
        </p:nvSpPr>
        <p:spPr>
          <a:xfrm>
            <a:off x="1198912" y="1848386"/>
            <a:ext cx="1095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47BBDC-D4E5-418C-8BBD-80A681983216}"/>
              </a:ext>
            </a:extLst>
          </p:cNvPr>
          <p:cNvSpPr txBox="1"/>
          <p:nvPr/>
        </p:nvSpPr>
        <p:spPr>
          <a:xfrm>
            <a:off x="1531694" y="184837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1BF0CF-8764-44AF-B462-E5E725206EEB}"/>
              </a:ext>
            </a:extLst>
          </p:cNvPr>
          <p:cNvSpPr txBox="1"/>
          <p:nvPr/>
        </p:nvSpPr>
        <p:spPr>
          <a:xfrm>
            <a:off x="5603286" y="185125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2059DC-EAC6-47FF-A4BB-114DFB4C9B1F}"/>
              </a:ext>
            </a:extLst>
          </p:cNvPr>
          <p:cNvSpPr txBox="1"/>
          <p:nvPr/>
        </p:nvSpPr>
        <p:spPr>
          <a:xfrm>
            <a:off x="786458" y="3438894"/>
            <a:ext cx="150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Y1    Y2    Y3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1288E8-8031-4B6C-9A97-24E5598AB8DB}"/>
              </a:ext>
            </a:extLst>
          </p:cNvPr>
          <p:cNvSpPr txBox="1"/>
          <p:nvPr/>
        </p:nvSpPr>
        <p:spPr>
          <a:xfrm>
            <a:off x="4841643" y="3445243"/>
            <a:ext cx="150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Y1    Y2    Y3</a:t>
            </a:r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6C2E897F-101F-4E42-80CF-ED8BDF761546}"/>
              </a:ext>
            </a:extLst>
          </p:cNvPr>
          <p:cNvSpPr/>
          <p:nvPr/>
        </p:nvSpPr>
        <p:spPr>
          <a:xfrm>
            <a:off x="2714787" y="2367598"/>
            <a:ext cx="1995218" cy="1004558"/>
          </a:xfrm>
          <a:prstGeom prst="leftRightArrow">
            <a:avLst>
              <a:gd name="adj1" fmla="val 43678"/>
              <a:gd name="adj2" fmla="val 500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Compare 2 groups / times / contexts</a:t>
            </a:r>
          </a:p>
        </p:txBody>
      </p:sp>
    </p:spTree>
    <p:extLst>
      <p:ext uri="{BB962C8B-B14F-4D97-AF65-F5344CB8AC3E}">
        <p14:creationId xmlns:p14="http://schemas.microsoft.com/office/powerpoint/2010/main" val="2763150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B350EBF-0E89-4C89-8667-0B358DA83191}"/>
              </a:ext>
            </a:extLst>
          </p:cNvPr>
          <p:cNvSpPr/>
          <p:nvPr/>
        </p:nvSpPr>
        <p:spPr>
          <a:xfrm rot="5400000">
            <a:off x="1480214" y="2225988"/>
            <a:ext cx="717532" cy="1515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6D01C-1969-4412-BB74-2B41CAAFF4BF}"/>
              </a:ext>
            </a:extLst>
          </p:cNvPr>
          <p:cNvSpPr/>
          <p:nvPr/>
        </p:nvSpPr>
        <p:spPr>
          <a:xfrm>
            <a:off x="2230381" y="3991108"/>
            <a:ext cx="363846" cy="395032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9B8FE7-194F-4AEC-9E75-4EAB9F520B64}"/>
              </a:ext>
            </a:extLst>
          </p:cNvPr>
          <p:cNvSpPr/>
          <p:nvPr/>
        </p:nvSpPr>
        <p:spPr>
          <a:xfrm rot="5400000">
            <a:off x="1752225" y="4006708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4B470A-F8A7-45C8-A35C-D6E389BA9D4B}"/>
              </a:ext>
            </a:extLst>
          </p:cNvPr>
          <p:cNvSpPr/>
          <p:nvPr/>
        </p:nvSpPr>
        <p:spPr>
          <a:xfrm rot="5400000">
            <a:off x="1291004" y="4006707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6A3F06-ABE8-4BC3-B99F-D6290E383731}"/>
              </a:ext>
            </a:extLst>
          </p:cNvPr>
          <p:cNvSpPr/>
          <p:nvPr/>
        </p:nvSpPr>
        <p:spPr>
          <a:xfrm rot="5400000">
            <a:off x="829783" y="4006707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67E0A3-8D46-4E30-B411-B32561C113A5}"/>
              </a:ext>
            </a:extLst>
          </p:cNvPr>
          <p:cNvCxnSpPr>
            <a:cxnSpLocks/>
            <a:stCxn id="4" idx="6"/>
            <a:endCxn id="5" idx="0"/>
          </p:cNvCxnSpPr>
          <p:nvPr/>
        </p:nvCxnSpPr>
        <p:spPr>
          <a:xfrm>
            <a:off x="1838980" y="3342520"/>
            <a:ext cx="573324" cy="64858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328BED-CBEB-43D6-AA33-11A74E796915}"/>
              </a:ext>
            </a:extLst>
          </p:cNvPr>
          <p:cNvCxnSpPr>
            <a:cxnSpLocks/>
            <a:stCxn id="4" idx="6"/>
            <a:endCxn id="6" idx="1"/>
          </p:cNvCxnSpPr>
          <p:nvPr/>
        </p:nvCxnSpPr>
        <p:spPr>
          <a:xfrm>
            <a:off x="1838980" y="3342520"/>
            <a:ext cx="110761" cy="64859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A1CFA3-64B8-463D-8BDB-71B70E2383D4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 flipH="1">
            <a:off x="1488520" y="3342520"/>
            <a:ext cx="350460" cy="6485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ABFDF8-1C91-484E-8BEC-C6FA97612579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 flipH="1">
            <a:off x="1027299" y="3342520"/>
            <a:ext cx="811681" cy="64859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1F2F810-C713-4F3B-9E31-A5C57FBBDD32}"/>
              </a:ext>
            </a:extLst>
          </p:cNvPr>
          <p:cNvSpPr/>
          <p:nvPr/>
        </p:nvSpPr>
        <p:spPr>
          <a:xfrm rot="5400000">
            <a:off x="4641431" y="533014"/>
            <a:ext cx="717532" cy="1515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4DD077-862A-4011-86DF-0842DF2BA57A}"/>
              </a:ext>
            </a:extLst>
          </p:cNvPr>
          <p:cNvSpPr/>
          <p:nvPr/>
        </p:nvSpPr>
        <p:spPr>
          <a:xfrm>
            <a:off x="6309092" y="1831468"/>
            <a:ext cx="363846" cy="395032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B1C8F5-3076-4AA3-9FFB-13737AD595EA}"/>
              </a:ext>
            </a:extLst>
          </p:cNvPr>
          <p:cNvSpPr/>
          <p:nvPr/>
        </p:nvSpPr>
        <p:spPr>
          <a:xfrm>
            <a:off x="6320304" y="470793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D3FF68-A9E3-4295-AAC3-8F28AC629B59}"/>
              </a:ext>
            </a:extLst>
          </p:cNvPr>
          <p:cNvSpPr/>
          <p:nvPr/>
        </p:nvSpPr>
        <p:spPr>
          <a:xfrm>
            <a:off x="6320303" y="932014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858E63-5A21-470C-A5FF-DF35BD652A18}"/>
              </a:ext>
            </a:extLst>
          </p:cNvPr>
          <p:cNvSpPr/>
          <p:nvPr/>
        </p:nvSpPr>
        <p:spPr>
          <a:xfrm>
            <a:off x="6320303" y="1393235"/>
            <a:ext cx="395031" cy="363844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Y3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47A9FB2-5C54-40E1-BC04-1B21BB7D079D}"/>
              </a:ext>
            </a:extLst>
          </p:cNvPr>
          <p:cNvCxnSpPr>
            <a:cxnSpLocks/>
            <a:stCxn id="13" idx="0"/>
            <a:endCxn id="14" idx="1"/>
          </p:cNvCxnSpPr>
          <p:nvPr/>
        </p:nvCxnSpPr>
        <p:spPr>
          <a:xfrm>
            <a:off x="5757963" y="1290780"/>
            <a:ext cx="551129" cy="73820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57F490-C86D-4DFE-B657-D574EB23E7A0}"/>
              </a:ext>
            </a:extLst>
          </p:cNvPr>
          <p:cNvCxnSpPr>
            <a:cxnSpLocks/>
            <a:stCxn id="13" idx="0"/>
            <a:endCxn id="15" idx="1"/>
          </p:cNvCxnSpPr>
          <p:nvPr/>
        </p:nvCxnSpPr>
        <p:spPr>
          <a:xfrm flipV="1">
            <a:off x="5757963" y="652715"/>
            <a:ext cx="562341" cy="63806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6531FE-D6A5-42E9-963F-9C9EB0E57367}"/>
              </a:ext>
            </a:extLst>
          </p:cNvPr>
          <p:cNvCxnSpPr>
            <a:cxnSpLocks/>
            <a:stCxn id="13" idx="0"/>
            <a:endCxn id="16" idx="1"/>
          </p:cNvCxnSpPr>
          <p:nvPr/>
        </p:nvCxnSpPr>
        <p:spPr>
          <a:xfrm flipV="1">
            <a:off x="5757963" y="1113936"/>
            <a:ext cx="562340" cy="17684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93E534-E5C1-47F8-A0D6-B0B7A327F718}"/>
              </a:ext>
            </a:extLst>
          </p:cNvPr>
          <p:cNvCxnSpPr>
            <a:cxnSpLocks/>
            <a:stCxn id="13" idx="0"/>
            <a:endCxn id="17" idx="1"/>
          </p:cNvCxnSpPr>
          <p:nvPr/>
        </p:nvCxnSpPr>
        <p:spPr>
          <a:xfrm>
            <a:off x="5757963" y="1290780"/>
            <a:ext cx="562340" cy="28437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6372B16-86B9-4C04-9E88-E10C766891A7}"/>
              </a:ext>
            </a:extLst>
          </p:cNvPr>
          <p:cNvSpPr/>
          <p:nvPr/>
        </p:nvSpPr>
        <p:spPr>
          <a:xfrm>
            <a:off x="1370732" y="964694"/>
            <a:ext cx="827398" cy="634001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049CD04-0458-49E1-8771-576AE0156FBF}"/>
              </a:ext>
            </a:extLst>
          </p:cNvPr>
          <p:cNvCxnSpPr>
            <a:cxnSpLocks/>
            <a:stCxn id="4" idx="0"/>
            <a:endCxn id="13" idx="5"/>
          </p:cNvCxnSpPr>
          <p:nvPr/>
        </p:nvCxnSpPr>
        <p:spPr>
          <a:xfrm flipV="1">
            <a:off x="2596746" y="1544466"/>
            <a:ext cx="1867630" cy="143928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BFA0E4-4481-4427-A919-F40A4C95DB56}"/>
              </a:ext>
            </a:extLst>
          </p:cNvPr>
          <p:cNvCxnSpPr>
            <a:cxnSpLocks/>
            <a:stCxn id="22" idx="3"/>
            <a:endCxn id="13" idx="4"/>
          </p:cNvCxnSpPr>
          <p:nvPr/>
        </p:nvCxnSpPr>
        <p:spPr>
          <a:xfrm>
            <a:off x="2198130" y="1281695"/>
            <a:ext cx="2044301" cy="908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56FA5EA2-311F-4ABC-88B6-DDBE2E150D39}"/>
              </a:ext>
            </a:extLst>
          </p:cNvPr>
          <p:cNvCxnSpPr>
            <a:cxnSpLocks/>
            <a:stCxn id="22" idx="1"/>
            <a:endCxn id="4" idx="4"/>
          </p:cNvCxnSpPr>
          <p:nvPr/>
        </p:nvCxnSpPr>
        <p:spPr>
          <a:xfrm rot="10800000" flipV="1">
            <a:off x="1081214" y="1281694"/>
            <a:ext cx="289518" cy="1702059"/>
          </a:xfrm>
          <a:prstGeom prst="curvedConnector3">
            <a:avLst>
              <a:gd name="adj1" fmla="val 245650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3C64EC1-0983-4331-BA2B-3C0D88561FD1}"/>
              </a:ext>
            </a:extLst>
          </p:cNvPr>
          <p:cNvSpPr txBox="1"/>
          <p:nvPr/>
        </p:nvSpPr>
        <p:spPr>
          <a:xfrm>
            <a:off x="4851759" y="109702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0884BE-90D1-43EB-9B72-10A6442077A7}"/>
              </a:ext>
            </a:extLst>
          </p:cNvPr>
          <p:cNvSpPr txBox="1"/>
          <p:nvPr/>
        </p:nvSpPr>
        <p:spPr>
          <a:xfrm>
            <a:off x="1621784" y="107783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Z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867C22-F274-4952-B7C3-D86DE2D21ECE}"/>
              </a:ext>
            </a:extLst>
          </p:cNvPr>
          <p:cNvSpPr txBox="1"/>
          <p:nvPr/>
        </p:nvSpPr>
        <p:spPr>
          <a:xfrm>
            <a:off x="1628942" y="278851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108601-6EC6-4231-A6BC-EAF7EA485D01}"/>
              </a:ext>
            </a:extLst>
          </p:cNvPr>
          <p:cNvSpPr txBox="1"/>
          <p:nvPr/>
        </p:nvSpPr>
        <p:spPr>
          <a:xfrm>
            <a:off x="845172" y="4003958"/>
            <a:ext cx="1463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    X2    X3 </a:t>
            </a:r>
          </a:p>
        </p:txBody>
      </p:sp>
    </p:spTree>
    <p:extLst>
      <p:ext uri="{BB962C8B-B14F-4D97-AF65-F5344CB8AC3E}">
        <p14:creationId xmlns:p14="http://schemas.microsoft.com/office/powerpoint/2010/main" val="1651152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B350EBF-0E89-4C89-8667-0B358DA83191}"/>
              </a:ext>
            </a:extLst>
          </p:cNvPr>
          <p:cNvSpPr/>
          <p:nvPr/>
        </p:nvSpPr>
        <p:spPr>
          <a:xfrm>
            <a:off x="4928559" y="1370164"/>
            <a:ext cx="1515532" cy="717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Y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B88DB5A-3D93-4BB4-A904-81ADD51652B2}"/>
              </a:ext>
            </a:extLst>
          </p:cNvPr>
          <p:cNvSpPr/>
          <p:nvPr/>
        </p:nvSpPr>
        <p:spPr>
          <a:xfrm>
            <a:off x="984881" y="1370164"/>
            <a:ext cx="1515532" cy="717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6471B76-3960-42B7-8623-EAB081EA566E}"/>
              </a:ext>
            </a:extLst>
          </p:cNvPr>
          <p:cNvSpPr/>
          <p:nvPr/>
        </p:nvSpPr>
        <p:spPr>
          <a:xfrm>
            <a:off x="2927981" y="346396"/>
            <a:ext cx="1515532" cy="717532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M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6EA4C54-A3C1-4693-B1AA-66E107E4B64F}"/>
              </a:ext>
            </a:extLst>
          </p:cNvPr>
          <p:cNvCxnSpPr>
            <a:cxnSpLocks/>
            <a:stCxn id="38" idx="0"/>
            <a:endCxn id="39" idx="2"/>
          </p:cNvCxnSpPr>
          <p:nvPr/>
        </p:nvCxnSpPr>
        <p:spPr>
          <a:xfrm flipV="1">
            <a:off x="1742647" y="705162"/>
            <a:ext cx="1185334" cy="66500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5B64B9-EF79-4029-8109-C73C6A268EDC}"/>
              </a:ext>
            </a:extLst>
          </p:cNvPr>
          <p:cNvCxnSpPr>
            <a:cxnSpLocks/>
            <a:stCxn id="38" idx="6"/>
            <a:endCxn id="4" idx="2"/>
          </p:cNvCxnSpPr>
          <p:nvPr/>
        </p:nvCxnSpPr>
        <p:spPr>
          <a:xfrm>
            <a:off x="2500413" y="1728930"/>
            <a:ext cx="2428146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D631BE7-0381-46EC-949E-43A8AED3C9BD}"/>
              </a:ext>
            </a:extLst>
          </p:cNvPr>
          <p:cNvCxnSpPr>
            <a:cxnSpLocks/>
            <a:stCxn id="39" idx="6"/>
            <a:endCxn id="4" idx="0"/>
          </p:cNvCxnSpPr>
          <p:nvPr/>
        </p:nvCxnSpPr>
        <p:spPr>
          <a:xfrm>
            <a:off x="4443513" y="705162"/>
            <a:ext cx="1242812" cy="66500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0E364284-7456-4103-8CAB-1F54E27216E7}"/>
              </a:ext>
            </a:extLst>
          </p:cNvPr>
          <p:cNvSpPr/>
          <p:nvPr/>
        </p:nvSpPr>
        <p:spPr>
          <a:xfrm>
            <a:off x="1038692" y="3891114"/>
            <a:ext cx="1242811" cy="717532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D5CD1F6-E2A3-442A-AB88-577C0EE1604B}"/>
              </a:ext>
            </a:extLst>
          </p:cNvPr>
          <p:cNvSpPr/>
          <p:nvPr/>
        </p:nvSpPr>
        <p:spPr>
          <a:xfrm>
            <a:off x="3064341" y="2919564"/>
            <a:ext cx="1242811" cy="717532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95ACB5-2FE0-432A-8A0F-9E8659C2AFE3}"/>
              </a:ext>
            </a:extLst>
          </p:cNvPr>
          <p:cNvSpPr/>
          <p:nvPr/>
        </p:nvSpPr>
        <p:spPr>
          <a:xfrm>
            <a:off x="5064919" y="3891114"/>
            <a:ext cx="1242811" cy="717532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517C6C7-5B34-40DC-A297-EC5812394964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2281503" y="4249880"/>
            <a:ext cx="2783416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0017AD-D928-45E6-91D0-4B3FBE51AE1E}"/>
              </a:ext>
            </a:extLst>
          </p:cNvPr>
          <p:cNvCxnSpPr>
            <a:cxnSpLocks/>
            <a:stCxn id="54" idx="0"/>
            <a:endCxn id="55" idx="1"/>
          </p:cNvCxnSpPr>
          <p:nvPr/>
        </p:nvCxnSpPr>
        <p:spPr>
          <a:xfrm flipV="1">
            <a:off x="1660098" y="3278330"/>
            <a:ext cx="1404243" cy="61278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D0335B-CA1C-4C40-ACBC-354FE9371509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>
            <a:off x="4307152" y="3278330"/>
            <a:ext cx="1379173" cy="61278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410097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C64ED22A-E44B-467F-98EF-C4BF8608B871}"/>
              </a:ext>
            </a:extLst>
          </p:cNvPr>
          <p:cNvSpPr/>
          <p:nvPr/>
        </p:nvSpPr>
        <p:spPr>
          <a:xfrm>
            <a:off x="1768849" y="1555751"/>
            <a:ext cx="1617176" cy="1111188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Intercept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83E2AB-454E-4780-A210-B8F9284FB2F2}"/>
              </a:ext>
            </a:extLst>
          </p:cNvPr>
          <p:cNvSpPr/>
          <p:nvPr/>
        </p:nvSpPr>
        <p:spPr>
          <a:xfrm>
            <a:off x="5008354" y="3602935"/>
            <a:ext cx="809216" cy="663203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AA77A1-4D94-485D-AB43-92A22E671A41}"/>
              </a:ext>
            </a:extLst>
          </p:cNvPr>
          <p:cNvSpPr/>
          <p:nvPr/>
        </p:nvSpPr>
        <p:spPr>
          <a:xfrm rot="5400000">
            <a:off x="4161393" y="3529933"/>
            <a:ext cx="663203" cy="809212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256C7D-B901-4372-B724-F61BF3B5F5E5}"/>
              </a:ext>
            </a:extLst>
          </p:cNvPr>
          <p:cNvSpPr/>
          <p:nvPr/>
        </p:nvSpPr>
        <p:spPr>
          <a:xfrm rot="5400000">
            <a:off x="3203303" y="3529930"/>
            <a:ext cx="663201" cy="809212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7A9D75-D298-4F74-9795-3C996A4721A7}"/>
              </a:ext>
            </a:extLst>
          </p:cNvPr>
          <p:cNvSpPr/>
          <p:nvPr/>
        </p:nvSpPr>
        <p:spPr>
          <a:xfrm rot="5400000">
            <a:off x="2245836" y="3529932"/>
            <a:ext cx="663202" cy="809212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d4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0219AD-40AC-4C15-A251-C72E0C601A6D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2577437" y="2666939"/>
            <a:ext cx="2835525" cy="93599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E30FF45-D0C4-4F63-9CAB-955CC182FF20}"/>
              </a:ext>
            </a:extLst>
          </p:cNvPr>
          <p:cNvCxnSpPr>
            <a:cxnSpLocks/>
            <a:stCxn id="26" idx="4"/>
            <a:endCxn id="28" idx="1"/>
          </p:cNvCxnSpPr>
          <p:nvPr/>
        </p:nvCxnSpPr>
        <p:spPr>
          <a:xfrm>
            <a:off x="2577437" y="2666939"/>
            <a:ext cx="1915558" cy="93599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E8D2EA8-2EA4-4E47-9C13-6547F8178EC3}"/>
              </a:ext>
            </a:extLst>
          </p:cNvPr>
          <p:cNvCxnSpPr>
            <a:cxnSpLocks/>
            <a:stCxn id="26" idx="4"/>
            <a:endCxn id="29" idx="1"/>
          </p:cNvCxnSpPr>
          <p:nvPr/>
        </p:nvCxnSpPr>
        <p:spPr>
          <a:xfrm>
            <a:off x="2577437" y="2666939"/>
            <a:ext cx="957467" cy="93599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4B3D339-62ED-45A4-830D-D1C3BBDDCCB2}"/>
              </a:ext>
            </a:extLst>
          </p:cNvPr>
          <p:cNvCxnSpPr>
            <a:cxnSpLocks/>
            <a:stCxn id="26" idx="4"/>
            <a:endCxn id="30" idx="1"/>
          </p:cNvCxnSpPr>
          <p:nvPr/>
        </p:nvCxnSpPr>
        <p:spPr>
          <a:xfrm>
            <a:off x="2577437" y="2666939"/>
            <a:ext cx="0" cy="93599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2ACA0A11-7A0D-4DEB-B249-0AA0BA57E418}"/>
              </a:ext>
            </a:extLst>
          </p:cNvPr>
          <p:cNvCxnSpPr>
            <a:cxnSpLocks/>
            <a:stCxn id="38" idx="0"/>
            <a:endCxn id="26" idx="0"/>
          </p:cNvCxnSpPr>
          <p:nvPr/>
        </p:nvCxnSpPr>
        <p:spPr>
          <a:xfrm rot="16200000" flipH="1" flipV="1">
            <a:off x="3976301" y="126201"/>
            <a:ext cx="30686" cy="2828413"/>
          </a:xfrm>
          <a:prstGeom prst="curvedConnector3">
            <a:avLst>
              <a:gd name="adj1" fmla="val -1593404"/>
            </a:avLst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ACE9F99D-29EC-4389-B9D2-7C1D25AA1585}"/>
              </a:ext>
            </a:extLst>
          </p:cNvPr>
          <p:cNvSpPr/>
          <p:nvPr/>
        </p:nvSpPr>
        <p:spPr>
          <a:xfrm>
            <a:off x="4597262" y="1525065"/>
            <a:ext cx="1617175" cy="1111187"/>
          </a:xfrm>
          <a:prstGeom prst="ellips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Slope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641EE2-087B-45A5-9699-5CE9796E823D}"/>
              </a:ext>
            </a:extLst>
          </p:cNvPr>
          <p:cNvCxnSpPr>
            <a:cxnSpLocks/>
            <a:stCxn id="38" idx="4"/>
            <a:endCxn id="27" idx="0"/>
          </p:cNvCxnSpPr>
          <p:nvPr/>
        </p:nvCxnSpPr>
        <p:spPr>
          <a:xfrm>
            <a:off x="5405850" y="2636252"/>
            <a:ext cx="7112" cy="96668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5471EE4-1DC4-4ECE-AFCA-A445BF2D3CC4}"/>
              </a:ext>
            </a:extLst>
          </p:cNvPr>
          <p:cNvCxnSpPr>
            <a:cxnSpLocks/>
            <a:stCxn id="38" idx="4"/>
            <a:endCxn id="28" idx="1"/>
          </p:cNvCxnSpPr>
          <p:nvPr/>
        </p:nvCxnSpPr>
        <p:spPr>
          <a:xfrm flipH="1">
            <a:off x="4492995" y="2636252"/>
            <a:ext cx="912855" cy="96668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72F32C3-526A-4015-85E4-F380EAF03A58}"/>
              </a:ext>
            </a:extLst>
          </p:cNvPr>
          <p:cNvCxnSpPr>
            <a:cxnSpLocks/>
            <a:stCxn id="38" idx="4"/>
            <a:endCxn id="29" idx="1"/>
          </p:cNvCxnSpPr>
          <p:nvPr/>
        </p:nvCxnSpPr>
        <p:spPr>
          <a:xfrm flipH="1">
            <a:off x="3534904" y="2636252"/>
            <a:ext cx="1870946" cy="96668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FEAACEA-85D4-45A6-A78F-7D64BCC8B82C}"/>
              </a:ext>
            </a:extLst>
          </p:cNvPr>
          <p:cNvCxnSpPr>
            <a:cxnSpLocks/>
            <a:stCxn id="38" idx="4"/>
            <a:endCxn id="30" idx="1"/>
          </p:cNvCxnSpPr>
          <p:nvPr/>
        </p:nvCxnSpPr>
        <p:spPr>
          <a:xfrm flipH="1">
            <a:off x="2577437" y="2636252"/>
            <a:ext cx="2828413" cy="96668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A610527D-677A-48F8-BE91-AB33F3928F2B}"/>
              </a:ext>
            </a:extLst>
          </p:cNvPr>
          <p:cNvSpPr txBox="1"/>
          <p:nvPr/>
        </p:nvSpPr>
        <p:spPr>
          <a:xfrm>
            <a:off x="2147430" y="3712140"/>
            <a:ext cx="3910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time_1      time_2      time_3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80222D23-35BF-4BB3-91DB-C9B93A2E74B5}"/>
              </a:ext>
            </a:extLst>
          </p:cNvPr>
          <p:cNvSpPr txBox="1"/>
          <p:nvPr/>
        </p:nvSpPr>
        <p:spPr>
          <a:xfrm>
            <a:off x="2339720" y="2934927"/>
            <a:ext cx="30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7FBEB60-D263-404D-9C7F-0BA7820A7C01}"/>
              </a:ext>
            </a:extLst>
          </p:cNvPr>
          <p:cNvSpPr txBox="1"/>
          <p:nvPr/>
        </p:nvSpPr>
        <p:spPr>
          <a:xfrm>
            <a:off x="2753301" y="2934927"/>
            <a:ext cx="30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9829896F-7E3B-4048-826D-CD04F6F87538}"/>
              </a:ext>
            </a:extLst>
          </p:cNvPr>
          <p:cNvSpPr txBox="1"/>
          <p:nvPr/>
        </p:nvSpPr>
        <p:spPr>
          <a:xfrm>
            <a:off x="3121323" y="2934927"/>
            <a:ext cx="30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FDED8C19-2AE2-4A61-85D7-8C4CB8ACD42B}"/>
              </a:ext>
            </a:extLst>
          </p:cNvPr>
          <p:cNvSpPr txBox="1"/>
          <p:nvPr/>
        </p:nvSpPr>
        <p:spPr>
          <a:xfrm>
            <a:off x="3489345" y="2711003"/>
            <a:ext cx="30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E8A77CF-13A5-4BCA-BCCD-77F2A38534B0}"/>
              </a:ext>
            </a:extLst>
          </p:cNvPr>
          <p:cNvSpPr txBox="1"/>
          <p:nvPr/>
        </p:nvSpPr>
        <p:spPr>
          <a:xfrm>
            <a:off x="4001634" y="2711003"/>
            <a:ext cx="30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2833F35-D111-4A0C-97F9-9432156E9124}"/>
              </a:ext>
            </a:extLst>
          </p:cNvPr>
          <p:cNvSpPr txBox="1"/>
          <p:nvPr/>
        </p:nvSpPr>
        <p:spPr>
          <a:xfrm>
            <a:off x="4495113" y="2950271"/>
            <a:ext cx="30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2FB43EB-90F1-4D51-930A-67CA5AEBDE70}"/>
              </a:ext>
            </a:extLst>
          </p:cNvPr>
          <p:cNvSpPr txBox="1"/>
          <p:nvPr/>
        </p:nvSpPr>
        <p:spPr>
          <a:xfrm>
            <a:off x="4912371" y="2950271"/>
            <a:ext cx="30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31AFDFC8-4274-4179-B87C-523CCB90D38C}"/>
              </a:ext>
            </a:extLst>
          </p:cNvPr>
          <p:cNvSpPr txBox="1"/>
          <p:nvPr/>
        </p:nvSpPr>
        <p:spPr>
          <a:xfrm>
            <a:off x="5348974" y="2952014"/>
            <a:ext cx="302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1667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1035</TotalTime>
  <Words>83</Words>
  <Application>Microsoft Office PowerPoint</Application>
  <PresentationFormat>Custom</PresentationFormat>
  <Paragraphs>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7</cp:revision>
  <dcterms:created xsi:type="dcterms:W3CDTF">2025-11-04T17:40:49Z</dcterms:created>
  <dcterms:modified xsi:type="dcterms:W3CDTF">2025-11-05T11:00:26Z</dcterms:modified>
</cp:coreProperties>
</file>