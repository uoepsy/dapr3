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>
        <p:scale>
          <a:sx n="120" d="100"/>
          <a:sy n="120" d="100"/>
        </p:scale>
        <p:origin x="2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A4E06-2D8D-4C4A-8E8A-462ACB30A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8F2C5-D3FF-4193-ACC0-244A3B861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F268C-59E9-4567-9300-630AAEAC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B321-2C7E-47A9-91CD-8C6386380A21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F525A-AD1A-418A-B4D9-FB0BEA230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80D01-930F-4C0D-A0DC-A715AA05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7C35-E8FC-48D9-9A8A-CDC7CA8ED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72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BA69-D941-4CBD-B029-DB442A05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130A8-AD31-48CD-AB55-127319E9D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9829C-D199-4DD3-B577-06CBB23A5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B321-2C7E-47A9-91CD-8C6386380A21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C65FF-9AE1-4161-9A9A-EA9AC26E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FE3D5-1FD3-43E9-B544-F38010BD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7C35-E8FC-48D9-9A8A-CDC7CA8ED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028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9A05-0D9A-43CA-9C5A-2B8C0201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99F1F-B817-4648-ADA7-3663F16C0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FBC70-0DC9-449E-BDC9-0D05D485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B321-2C7E-47A9-91CD-8C6386380A21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D28A3-9A06-4D58-9B65-17103715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E6A9F-1AB2-4E57-8BD2-CDFDE4AB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7C35-E8FC-48D9-9A8A-CDC7CA8ED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12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3BE9D-7056-4964-8AEB-FD893A04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4EFF0-D55E-4D43-A12D-CD5D9662F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68A7A5-D8F8-4AE4-88B9-7B5C92A27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F74F7-61F0-4769-9C41-27823DED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B321-2C7E-47A9-91CD-8C6386380A21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3C5AD-631F-4F26-8E15-18212D5A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FE86A-7EE0-4E10-A590-AE579BA59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7C35-E8FC-48D9-9A8A-CDC7CA8ED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86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F01E6-4506-449C-89FF-86F512CE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F9C57-9B8D-40FC-8469-850DA8226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61ED0-303D-4B08-ABF9-E177A8384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E552BC-FDFE-49E3-B317-AAAE6A935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A7E462-63AA-4627-BD54-F45A1987D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2AE91-8F55-44E3-8339-EA49B7AA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B321-2C7E-47A9-91CD-8C6386380A21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92062-BBFB-4CCE-9E77-C74C06E1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C295B-FF08-4BC2-A268-0F6C340E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7C35-E8FC-48D9-9A8A-CDC7CA8ED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228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FD51-A9B8-4B47-BC00-6BA85BD4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F1649-F535-4BBC-9781-E6484A4A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B321-2C7E-47A9-91CD-8C6386380A21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69A8A-91B1-4ADE-B862-B64E230F6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50D02-5E88-42BF-A07D-3413D5E5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7C35-E8FC-48D9-9A8A-CDC7CA8ED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02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B6423-F03A-4517-8F4C-32957F2D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B321-2C7E-47A9-91CD-8C6386380A21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2E5849-47E4-43BE-9AFA-4B1DC08E9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2D336-764E-4FC6-A16D-9CD4711E5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7C35-E8FC-48D9-9A8A-CDC7CA8ED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38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5643D-D176-4A06-882E-BA52CBBC5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4D6D-4A85-4A88-B05B-D96AAA3EE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09DF3-5515-4CC9-A589-C41B91FE8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F0369-BF0B-40EC-8628-A65A44F8A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B321-2C7E-47A9-91CD-8C6386380A21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F1CD8-A1A8-4101-98B0-21D5A523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79510-B259-4A9F-9A40-DB9F8DA3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7C35-E8FC-48D9-9A8A-CDC7CA8ED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36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66CA-B959-47CD-A190-CB3E49758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333003-D254-48B1-BF51-B6FA351B86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8B569-07E7-435A-BBEE-A25BF2C89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E1ECE-8A03-43E5-822A-82BACE6D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B321-2C7E-47A9-91CD-8C6386380A21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56187-8385-429C-A21D-D885BC7D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BF516-FD3F-40CC-83B6-972F7931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7C35-E8FC-48D9-9A8A-CDC7CA8ED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5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FC42-EAA3-41F8-9489-DBA5E375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ED569-8B53-42D5-8A65-106D933A4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0ECF5-7E98-42EC-89F2-C675317C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B321-2C7E-47A9-91CD-8C6386380A21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BA78E-EB10-405F-BBFF-E041A638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DEC42-DEE7-4C15-981D-9809FEEB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7C35-E8FC-48D9-9A8A-CDC7CA8ED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69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B7ABC-6DBB-490F-B2DF-EF33E9E516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EDE61-6EFB-48C0-88A4-EA5F97C70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380AD-B5B4-420E-8262-DAACF3B2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B321-2C7E-47A9-91CD-8C6386380A21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C92F3-9DAD-48E6-818A-9EB2E6FA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D1402-EFB3-4883-8640-3DBB8376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7C35-E8FC-48D9-9A8A-CDC7CA8ED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79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853BA-3157-489A-AA00-E3E695CD6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41D85-DECE-4D59-837D-35467CAC5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685D0-483D-4DE5-9A8C-9E4AE261D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7B321-2C7E-47A9-91CD-8C6386380A21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3CCF7-E261-4566-B0FC-E377DDE41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EC937-099F-4D1F-AB87-987E6DB24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97C35-E8FC-48D9-9A8A-CDC7CA8ED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346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A07C9C2-EB69-4426-9266-E9ACE09F02C7}"/>
              </a:ext>
            </a:extLst>
          </p:cNvPr>
          <p:cNvGrpSpPr/>
          <p:nvPr/>
        </p:nvGrpSpPr>
        <p:grpSpPr>
          <a:xfrm>
            <a:off x="390950" y="3499705"/>
            <a:ext cx="4925112" cy="2486372"/>
            <a:chOff x="560044" y="3591280"/>
            <a:chExt cx="4925112" cy="248637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806FC9C-5750-464C-AE96-D5154812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0044" y="3591280"/>
              <a:ext cx="4925112" cy="248637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0EBC84E-DB4C-4B77-845A-785FBD6D0683}"/>
                </a:ext>
              </a:extLst>
            </p:cNvPr>
            <p:cNvSpPr/>
            <p:nvPr/>
          </p:nvSpPr>
          <p:spPr>
            <a:xfrm>
              <a:off x="4682067" y="3591280"/>
              <a:ext cx="803089" cy="2352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FC7926A-7FE1-4F2C-8388-97DAD7A5BE28}"/>
              </a:ext>
            </a:extLst>
          </p:cNvPr>
          <p:cNvGrpSpPr/>
          <p:nvPr/>
        </p:nvGrpSpPr>
        <p:grpSpPr>
          <a:xfrm>
            <a:off x="6657370" y="361222"/>
            <a:ext cx="4984380" cy="2486372"/>
            <a:chOff x="6512111" y="1246014"/>
            <a:chExt cx="4984380" cy="248637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DB69039-E2DA-4D1C-98B2-168A3C7B3484}"/>
                </a:ext>
              </a:extLst>
            </p:cNvPr>
            <p:cNvGrpSpPr/>
            <p:nvPr/>
          </p:nvGrpSpPr>
          <p:grpSpPr>
            <a:xfrm>
              <a:off x="6512111" y="1246014"/>
              <a:ext cx="4984380" cy="2486372"/>
              <a:chOff x="6512111" y="1246014"/>
              <a:chExt cx="4984380" cy="2486372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3E698B7-12A8-47C1-A1A3-51CCC4AA1D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512111" y="1246014"/>
                <a:ext cx="4925112" cy="2486372"/>
              </a:xfrm>
              <a:prstGeom prst="rect">
                <a:avLst/>
              </a:prstGeom>
            </p:spPr>
          </p:pic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2BC182-7164-4D2B-9B2B-F201A80DDF40}"/>
                  </a:ext>
                </a:extLst>
              </p:cNvPr>
              <p:cNvSpPr/>
              <p:nvPr/>
            </p:nvSpPr>
            <p:spPr>
              <a:xfrm>
                <a:off x="10185401" y="1246014"/>
                <a:ext cx="1311090" cy="2352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0B60CFDC-BF25-43A2-80E2-E6F658A1BF3C}"/>
                </a:ext>
              </a:extLst>
            </p:cNvPr>
            <p:cNvSpPr/>
            <p:nvPr/>
          </p:nvSpPr>
          <p:spPr>
            <a:xfrm>
              <a:off x="10146132" y="1391235"/>
              <a:ext cx="411541" cy="426346"/>
            </a:xfrm>
            <a:prstGeom prst="arc">
              <a:avLst>
                <a:gd name="adj1" fmla="val 12984000"/>
                <a:gd name="adj2" fmla="val 8471895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38C6C540-A22E-4E7A-AEA1-F62D00047193}"/>
                </a:ext>
              </a:extLst>
            </p:cNvPr>
            <p:cNvSpPr/>
            <p:nvPr/>
          </p:nvSpPr>
          <p:spPr>
            <a:xfrm>
              <a:off x="10146131" y="2209001"/>
              <a:ext cx="411541" cy="426346"/>
            </a:xfrm>
            <a:prstGeom prst="arc">
              <a:avLst>
                <a:gd name="adj1" fmla="val 12984000"/>
                <a:gd name="adj2" fmla="val 8471895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A6CB2D48-C0CB-4944-8E52-BB12472A7CE3}"/>
                </a:ext>
              </a:extLst>
            </p:cNvPr>
            <p:cNvSpPr/>
            <p:nvPr/>
          </p:nvSpPr>
          <p:spPr>
            <a:xfrm>
              <a:off x="10146130" y="3060427"/>
              <a:ext cx="411541" cy="426346"/>
            </a:xfrm>
            <a:prstGeom prst="arc">
              <a:avLst>
                <a:gd name="adj1" fmla="val 12984000"/>
                <a:gd name="adj2" fmla="val 8471895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7FF1A98-CF2C-44F6-9FC2-0DC883935C82}"/>
              </a:ext>
            </a:extLst>
          </p:cNvPr>
          <p:cNvGrpSpPr/>
          <p:nvPr/>
        </p:nvGrpSpPr>
        <p:grpSpPr>
          <a:xfrm>
            <a:off x="479791" y="361222"/>
            <a:ext cx="5200099" cy="2486372"/>
            <a:chOff x="430315" y="678747"/>
            <a:chExt cx="5200099" cy="248637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24C5BEA-FF69-49EC-8B73-0ABA086A1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0044" y="678747"/>
              <a:ext cx="4925112" cy="2486372"/>
            </a:xfrm>
            <a:prstGeom prst="rect">
              <a:avLst/>
            </a:prstGeom>
          </p:spPr>
        </p:pic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B6660BAF-02F1-42A8-9FFC-F6DA380D685A}"/>
                </a:ext>
              </a:extLst>
            </p:cNvPr>
            <p:cNvSpPr/>
            <p:nvPr/>
          </p:nvSpPr>
          <p:spPr>
            <a:xfrm>
              <a:off x="5201746" y="819668"/>
              <a:ext cx="411541" cy="426346"/>
            </a:xfrm>
            <a:prstGeom prst="arc">
              <a:avLst>
                <a:gd name="adj1" fmla="val 12984000"/>
                <a:gd name="adj2" fmla="val 8471895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DBEA36E8-68DF-49EB-900D-6BDE1FA50404}"/>
                </a:ext>
              </a:extLst>
            </p:cNvPr>
            <p:cNvSpPr/>
            <p:nvPr/>
          </p:nvSpPr>
          <p:spPr>
            <a:xfrm>
              <a:off x="5218873" y="1672175"/>
              <a:ext cx="411541" cy="426346"/>
            </a:xfrm>
            <a:prstGeom prst="arc">
              <a:avLst>
                <a:gd name="adj1" fmla="val 12984000"/>
                <a:gd name="adj2" fmla="val 8471895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9C282424-176B-4014-803C-238CCA80AF9C}"/>
                </a:ext>
              </a:extLst>
            </p:cNvPr>
            <p:cNvSpPr/>
            <p:nvPr/>
          </p:nvSpPr>
          <p:spPr>
            <a:xfrm>
              <a:off x="5218872" y="2503347"/>
              <a:ext cx="411541" cy="426346"/>
            </a:xfrm>
            <a:prstGeom prst="arc">
              <a:avLst>
                <a:gd name="adj1" fmla="val 12984000"/>
                <a:gd name="adj2" fmla="val 8471895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856F1686-8590-43D7-9A12-856B71BE33AC}"/>
                </a:ext>
              </a:extLst>
            </p:cNvPr>
            <p:cNvSpPr/>
            <p:nvPr/>
          </p:nvSpPr>
          <p:spPr>
            <a:xfrm rot="13195196">
              <a:off x="430315" y="1413223"/>
              <a:ext cx="411541" cy="426346"/>
            </a:xfrm>
            <a:prstGeom prst="arc">
              <a:avLst>
                <a:gd name="adj1" fmla="val 12984000"/>
                <a:gd name="adj2" fmla="val 8471895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CB9B578-E91E-4DC3-9710-F5F6A2C8A21D}"/>
              </a:ext>
            </a:extLst>
          </p:cNvPr>
          <p:cNvSpPr txBox="1"/>
          <p:nvPr/>
        </p:nvSpPr>
        <p:spPr>
          <a:xfrm>
            <a:off x="4432498" y="455245"/>
            <a:ext cx="345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5877D-B8C7-4824-931C-FC71A76CD900}"/>
              </a:ext>
            </a:extLst>
          </p:cNvPr>
          <p:cNvSpPr txBox="1"/>
          <p:nvPr/>
        </p:nvSpPr>
        <p:spPr>
          <a:xfrm>
            <a:off x="4432498" y="1296631"/>
            <a:ext cx="345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DD0146-9DB0-4C2A-9781-5D433A164FE5}"/>
              </a:ext>
            </a:extLst>
          </p:cNvPr>
          <p:cNvSpPr txBox="1"/>
          <p:nvPr/>
        </p:nvSpPr>
        <p:spPr>
          <a:xfrm>
            <a:off x="4432498" y="2138017"/>
            <a:ext cx="345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91501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2</cp:revision>
  <dcterms:created xsi:type="dcterms:W3CDTF">2025-11-05T22:02:07Z</dcterms:created>
  <dcterms:modified xsi:type="dcterms:W3CDTF">2025-11-05T22:02:44Z</dcterms:modified>
</cp:coreProperties>
</file>