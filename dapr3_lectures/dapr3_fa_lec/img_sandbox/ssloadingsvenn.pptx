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6" r:id="rId3"/>
    <p:sldId id="261" r:id="rId4"/>
    <p:sldId id="259" r:id="rId5"/>
    <p:sldId id="260" r:id="rId6"/>
    <p:sldId id="262" r:id="rId7"/>
  </p:sldIdLst>
  <p:sldSz cx="6840538" cy="7343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5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1201864"/>
            <a:ext cx="5814457" cy="2556722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3857182"/>
            <a:ext cx="5130404" cy="17730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88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21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1830846"/>
            <a:ext cx="5899964" cy="3054806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4914552"/>
            <a:ext cx="5899964" cy="1606450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/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75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11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1954940"/>
            <a:ext cx="2907229" cy="4659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1954940"/>
            <a:ext cx="2907229" cy="4659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58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390990"/>
            <a:ext cx="5899964" cy="14194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1800246"/>
            <a:ext cx="2893868" cy="882272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2682518"/>
            <a:ext cx="2893868" cy="394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1800246"/>
            <a:ext cx="2908120" cy="882272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2682518"/>
            <a:ext cx="2908120" cy="394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49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55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635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489585"/>
            <a:ext cx="2206252" cy="1713548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1057369"/>
            <a:ext cx="3463022" cy="5218840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203133"/>
            <a:ext cx="2206252" cy="4081575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22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489585"/>
            <a:ext cx="2206252" cy="1713548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1057369"/>
            <a:ext cx="3463022" cy="5218840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203133"/>
            <a:ext cx="2206252" cy="4081575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34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93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390988"/>
            <a:ext cx="1474991" cy="62235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390988"/>
            <a:ext cx="4339466" cy="62235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63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390990"/>
            <a:ext cx="5899964" cy="1419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1954940"/>
            <a:ext cx="5899964" cy="465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6806593"/>
            <a:ext cx="1539121" cy="3909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A6BD8-D72C-4150-B0F1-05369103FFEF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6806593"/>
            <a:ext cx="2308682" cy="3909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6806593"/>
            <a:ext cx="1539121" cy="3909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87CE1-7677-4DB2-BFC8-A798400FA2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092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4063" rtl="0" eaLnBrk="1" latinLnBrk="0" hangingPunct="1">
        <a:lnSpc>
          <a:spcPct val="90000"/>
        </a:lnSpc>
        <a:spcBef>
          <a:spcPct val="0"/>
        </a:spcBef>
        <a:buNone/>
        <a:defRPr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1B3F80-5845-44FF-866D-1F63FDCD4725}"/>
              </a:ext>
            </a:extLst>
          </p:cNvPr>
          <p:cNvSpPr/>
          <p:nvPr/>
        </p:nvSpPr>
        <p:spPr>
          <a:xfrm>
            <a:off x="2008536" y="463976"/>
            <a:ext cx="1632954" cy="1632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Y1</a:t>
            </a: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9B1D79FC-5F21-4F09-BC0A-A659BB89B399}"/>
              </a:ext>
            </a:extLst>
          </p:cNvPr>
          <p:cNvSpPr/>
          <p:nvPr/>
        </p:nvSpPr>
        <p:spPr>
          <a:xfrm>
            <a:off x="2871624" y="380277"/>
            <a:ext cx="1425340" cy="1230177"/>
          </a:xfrm>
          <a:prstGeom prst="hexagon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29" dirty="0">
                <a:solidFill>
                  <a:schemeClr val="tx1"/>
                </a:solidFill>
              </a:rPr>
              <a:t>C 2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7ADC46F3-1DC9-4AFC-8DA9-BE6393B9BF49}"/>
              </a:ext>
            </a:extLst>
          </p:cNvPr>
          <p:cNvSpPr/>
          <p:nvPr/>
        </p:nvSpPr>
        <p:spPr>
          <a:xfrm>
            <a:off x="1554354" y="963729"/>
            <a:ext cx="1632954" cy="1312842"/>
          </a:xfrm>
          <a:prstGeom prst="hexagon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29" dirty="0">
                <a:solidFill>
                  <a:schemeClr val="tx1"/>
                </a:solidFill>
              </a:rPr>
              <a:t>Component 1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F071AFA3-D907-40EB-AF4C-DF795B78FE9C}"/>
              </a:ext>
            </a:extLst>
          </p:cNvPr>
          <p:cNvSpPr/>
          <p:nvPr/>
        </p:nvSpPr>
        <p:spPr>
          <a:xfrm>
            <a:off x="2969525" y="1620150"/>
            <a:ext cx="1047908" cy="867695"/>
          </a:xfrm>
          <a:prstGeom prst="hexagon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29" dirty="0">
                <a:solidFill>
                  <a:schemeClr val="tx1"/>
                </a:solidFill>
              </a:rPr>
              <a:t>C 3</a:t>
            </a: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E1048BDF-FAD5-4094-9D18-5F15077902B3}"/>
              </a:ext>
            </a:extLst>
          </p:cNvPr>
          <p:cNvSpPr/>
          <p:nvPr/>
        </p:nvSpPr>
        <p:spPr>
          <a:xfrm>
            <a:off x="2294852" y="290362"/>
            <a:ext cx="770979" cy="673367"/>
          </a:xfrm>
          <a:prstGeom prst="hexagon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29" dirty="0">
                <a:solidFill>
                  <a:schemeClr val="tx1"/>
                </a:solidFill>
              </a:rPr>
              <a:t>C 4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227B60F-EA95-4813-A077-100A23E75D12}"/>
              </a:ext>
            </a:extLst>
          </p:cNvPr>
          <p:cNvSpPr/>
          <p:nvPr/>
        </p:nvSpPr>
        <p:spPr>
          <a:xfrm>
            <a:off x="4734980" y="1521857"/>
            <a:ext cx="425073" cy="380182"/>
          </a:xfrm>
          <a:prstGeom prst="hexagon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29" dirty="0">
                <a:solidFill>
                  <a:schemeClr val="tx1"/>
                </a:solidFill>
              </a:rPr>
              <a:t>C 5</a:t>
            </a:r>
          </a:p>
        </p:txBody>
      </p:sp>
    </p:spTree>
    <p:extLst>
      <p:ext uri="{BB962C8B-B14F-4D97-AF65-F5344CB8AC3E}">
        <p14:creationId xmlns:p14="http://schemas.microsoft.com/office/powerpoint/2010/main" val="235658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1B3F80-5845-44FF-866D-1F63FDCD4725}"/>
              </a:ext>
            </a:extLst>
          </p:cNvPr>
          <p:cNvSpPr/>
          <p:nvPr/>
        </p:nvSpPr>
        <p:spPr>
          <a:xfrm>
            <a:off x="1692188" y="518207"/>
            <a:ext cx="1632954" cy="1632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Y1</a:t>
            </a: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71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F4DDEA96-8A7C-4760-86C7-9A65D8860899}"/>
              </a:ext>
            </a:extLst>
          </p:cNvPr>
          <p:cNvSpPr/>
          <p:nvPr/>
        </p:nvSpPr>
        <p:spPr>
          <a:xfrm>
            <a:off x="1692188" y="518207"/>
            <a:ext cx="1632954" cy="1632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Y1</a:t>
            </a: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9200D8-A043-4FF1-94D4-D0CDF8933662}"/>
              </a:ext>
            </a:extLst>
          </p:cNvPr>
          <p:cNvSpPr/>
          <p:nvPr/>
        </p:nvSpPr>
        <p:spPr>
          <a:xfrm>
            <a:off x="1692188" y="1477159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r>
              <a:rPr lang="en-GB" sz="1927" dirty="0">
                <a:solidFill>
                  <a:schemeClr val="tx1"/>
                </a:solidFill>
              </a:rPr>
              <a:t>Factor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983CE6-77F7-4681-92E1-DBADAE2F8D8D}"/>
              </a:ext>
            </a:extLst>
          </p:cNvPr>
          <p:cNvSpPr/>
          <p:nvPr/>
        </p:nvSpPr>
        <p:spPr>
          <a:xfrm>
            <a:off x="3088504" y="518207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Factor 2</a:t>
            </a:r>
          </a:p>
        </p:txBody>
      </p:sp>
    </p:spTree>
    <p:extLst>
      <p:ext uri="{BB962C8B-B14F-4D97-AF65-F5344CB8AC3E}">
        <p14:creationId xmlns:p14="http://schemas.microsoft.com/office/powerpoint/2010/main" val="410722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1B3F80-5845-44FF-866D-1F63FDCD4725}"/>
              </a:ext>
            </a:extLst>
          </p:cNvPr>
          <p:cNvSpPr/>
          <p:nvPr/>
        </p:nvSpPr>
        <p:spPr>
          <a:xfrm>
            <a:off x="1692188" y="518207"/>
            <a:ext cx="1632954" cy="1632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Y1</a:t>
            </a: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D805E7-EDC1-412B-9CC6-44933713BCF0}"/>
              </a:ext>
            </a:extLst>
          </p:cNvPr>
          <p:cNvSpPr/>
          <p:nvPr/>
        </p:nvSpPr>
        <p:spPr>
          <a:xfrm>
            <a:off x="1692188" y="1477159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r>
              <a:rPr lang="en-GB" sz="1927" dirty="0">
                <a:solidFill>
                  <a:schemeClr val="tx1"/>
                </a:solidFill>
              </a:rPr>
              <a:t>Factor 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1F8D5E-C540-4921-894D-19D3F3C2D37B}"/>
              </a:ext>
            </a:extLst>
          </p:cNvPr>
          <p:cNvSpPr/>
          <p:nvPr/>
        </p:nvSpPr>
        <p:spPr>
          <a:xfrm>
            <a:off x="3088504" y="518207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Factor 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3D9492-9E72-483F-B92A-6458247A5107}"/>
              </a:ext>
            </a:extLst>
          </p:cNvPr>
          <p:cNvSpPr/>
          <p:nvPr/>
        </p:nvSpPr>
        <p:spPr>
          <a:xfrm>
            <a:off x="1692188" y="3559659"/>
            <a:ext cx="1632954" cy="1632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Y2</a:t>
            </a: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A8A607-4FD1-4935-8A90-4C241FDA2B16}"/>
              </a:ext>
            </a:extLst>
          </p:cNvPr>
          <p:cNvSpPr/>
          <p:nvPr/>
        </p:nvSpPr>
        <p:spPr>
          <a:xfrm>
            <a:off x="1692188" y="4409690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r>
              <a:rPr lang="en-GB" sz="1927" dirty="0">
                <a:solidFill>
                  <a:schemeClr val="tx1"/>
                </a:solidFill>
              </a:rPr>
              <a:t>Factor 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2784FA-C1D4-4443-8A02-19EEE28F0BBC}"/>
              </a:ext>
            </a:extLst>
          </p:cNvPr>
          <p:cNvSpPr/>
          <p:nvPr/>
        </p:nvSpPr>
        <p:spPr>
          <a:xfrm>
            <a:off x="3169982" y="3559659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Factor 2</a:t>
            </a:r>
          </a:p>
        </p:txBody>
      </p:sp>
    </p:spTree>
    <p:extLst>
      <p:ext uri="{BB962C8B-B14F-4D97-AF65-F5344CB8AC3E}">
        <p14:creationId xmlns:p14="http://schemas.microsoft.com/office/powerpoint/2010/main" val="161006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51B3F80-5845-44FF-866D-1F63FDCD4725}"/>
              </a:ext>
            </a:extLst>
          </p:cNvPr>
          <p:cNvSpPr/>
          <p:nvPr/>
        </p:nvSpPr>
        <p:spPr>
          <a:xfrm>
            <a:off x="1692188" y="518207"/>
            <a:ext cx="1632954" cy="1632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Y1</a:t>
            </a: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D805E7-EDC1-412B-9CC6-44933713BCF0}"/>
              </a:ext>
            </a:extLst>
          </p:cNvPr>
          <p:cNvSpPr/>
          <p:nvPr/>
        </p:nvSpPr>
        <p:spPr>
          <a:xfrm>
            <a:off x="1692188" y="1268936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r>
              <a:rPr lang="en-GB" sz="1927" dirty="0">
                <a:solidFill>
                  <a:schemeClr val="tx1"/>
                </a:solidFill>
              </a:rPr>
              <a:t>Factor 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1F8D5E-C540-4921-894D-19D3F3C2D37B}"/>
              </a:ext>
            </a:extLst>
          </p:cNvPr>
          <p:cNvSpPr/>
          <p:nvPr/>
        </p:nvSpPr>
        <p:spPr>
          <a:xfrm>
            <a:off x="2862505" y="1006470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   Factor 2</a:t>
            </a:r>
          </a:p>
        </p:txBody>
      </p:sp>
    </p:spTree>
    <p:extLst>
      <p:ext uri="{BB962C8B-B14F-4D97-AF65-F5344CB8AC3E}">
        <p14:creationId xmlns:p14="http://schemas.microsoft.com/office/powerpoint/2010/main" val="2941994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1D02CA82-A20E-40A6-9721-DC7D9A1A3E6C}"/>
              </a:ext>
            </a:extLst>
          </p:cNvPr>
          <p:cNvSpPr/>
          <p:nvPr/>
        </p:nvSpPr>
        <p:spPr>
          <a:xfrm>
            <a:off x="415649" y="617795"/>
            <a:ext cx="1632954" cy="1632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Y1</a:t>
            </a: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008178-9F83-4E9D-A633-059FFEB27DAD}"/>
              </a:ext>
            </a:extLst>
          </p:cNvPr>
          <p:cNvSpPr/>
          <p:nvPr/>
        </p:nvSpPr>
        <p:spPr>
          <a:xfrm>
            <a:off x="415649" y="1368524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r>
              <a:rPr lang="en-GB" sz="1927" dirty="0">
                <a:solidFill>
                  <a:schemeClr val="tx1"/>
                </a:solidFill>
              </a:rPr>
              <a:t>Factor 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7CFF90-F405-4CC9-9ADF-29DE6C7C2848}"/>
              </a:ext>
            </a:extLst>
          </p:cNvPr>
          <p:cNvSpPr/>
          <p:nvPr/>
        </p:nvSpPr>
        <p:spPr>
          <a:xfrm>
            <a:off x="1585966" y="1106058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   Factor 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4336AF-9BE6-4D30-9848-B5637CD355F7}"/>
              </a:ext>
            </a:extLst>
          </p:cNvPr>
          <p:cNvSpPr/>
          <p:nvPr/>
        </p:nvSpPr>
        <p:spPr>
          <a:xfrm>
            <a:off x="3621618" y="617795"/>
            <a:ext cx="1632954" cy="1632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Y1</a:t>
            </a: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718EF5-A862-4D6C-9A81-29D2C55A891E}"/>
              </a:ext>
            </a:extLst>
          </p:cNvPr>
          <p:cNvSpPr/>
          <p:nvPr/>
        </p:nvSpPr>
        <p:spPr>
          <a:xfrm>
            <a:off x="3621618" y="1368524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endParaRPr lang="en-GB" sz="1927" dirty="0">
              <a:solidFill>
                <a:schemeClr val="tx1"/>
              </a:solidFill>
            </a:endParaRPr>
          </a:p>
          <a:p>
            <a:pPr algn="ctr"/>
            <a:r>
              <a:rPr lang="en-GB" sz="1927" dirty="0">
                <a:solidFill>
                  <a:schemeClr val="tx1"/>
                </a:solidFill>
              </a:rPr>
              <a:t>Factor 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4886C1-19B4-4B7A-B93C-C5B5AC01CFB2}"/>
              </a:ext>
            </a:extLst>
          </p:cNvPr>
          <p:cNvSpPr/>
          <p:nvPr/>
        </p:nvSpPr>
        <p:spPr>
          <a:xfrm>
            <a:off x="4791935" y="1106058"/>
            <a:ext cx="1632954" cy="1632954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27" dirty="0">
                <a:solidFill>
                  <a:schemeClr val="tx1"/>
                </a:solidFill>
              </a:rPr>
              <a:t>   Factor 2</a:t>
            </a:r>
          </a:p>
        </p:txBody>
      </p:sp>
    </p:spTree>
    <p:extLst>
      <p:ext uri="{BB962C8B-B14F-4D97-AF65-F5344CB8AC3E}">
        <p14:creationId xmlns:p14="http://schemas.microsoft.com/office/powerpoint/2010/main" val="1792137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45</Words>
  <Application>Microsoft Office PowerPoint</Application>
  <PresentationFormat>Custom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14</cp:revision>
  <dcterms:created xsi:type="dcterms:W3CDTF">2025-11-19T11:35:03Z</dcterms:created>
  <dcterms:modified xsi:type="dcterms:W3CDTF">2025-11-19T14:58:37Z</dcterms:modified>
</cp:coreProperties>
</file>