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5778500" cy="6072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5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3388" y="993759"/>
            <a:ext cx="4911725" cy="2114021"/>
          </a:xfrm>
        </p:spPr>
        <p:txBody>
          <a:bodyPr anchor="b"/>
          <a:lstStyle>
            <a:lvl1pPr algn="ctr">
              <a:defRPr sz="37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2313" y="3189305"/>
            <a:ext cx="4333875" cy="1466039"/>
          </a:xfrm>
        </p:spPr>
        <p:txBody>
          <a:bodyPr/>
          <a:lstStyle>
            <a:lvl1pPr marL="0" indent="0" algn="ctr">
              <a:buNone/>
              <a:defRPr sz="1517"/>
            </a:lvl1pPr>
            <a:lvl2pPr marL="288905" indent="0" algn="ctr">
              <a:buNone/>
              <a:defRPr sz="1264"/>
            </a:lvl2pPr>
            <a:lvl3pPr marL="577809" indent="0" algn="ctr">
              <a:buNone/>
              <a:defRPr sz="1137"/>
            </a:lvl3pPr>
            <a:lvl4pPr marL="866714" indent="0" algn="ctr">
              <a:buNone/>
              <a:defRPr sz="1011"/>
            </a:lvl4pPr>
            <a:lvl5pPr marL="1155619" indent="0" algn="ctr">
              <a:buNone/>
              <a:defRPr sz="1011"/>
            </a:lvl5pPr>
            <a:lvl6pPr marL="1444523" indent="0" algn="ctr">
              <a:buNone/>
              <a:defRPr sz="1011"/>
            </a:lvl6pPr>
            <a:lvl7pPr marL="1733428" indent="0" algn="ctr">
              <a:buNone/>
              <a:defRPr sz="1011"/>
            </a:lvl7pPr>
            <a:lvl8pPr marL="2022333" indent="0" algn="ctr">
              <a:buNone/>
              <a:defRPr sz="1011"/>
            </a:lvl8pPr>
            <a:lvl9pPr marL="2311237" indent="0" algn="ctr">
              <a:buNone/>
              <a:defRPr sz="10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1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29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263" y="1513832"/>
            <a:ext cx="4983956" cy="2525861"/>
          </a:xfrm>
        </p:spPr>
        <p:txBody>
          <a:bodyPr anchor="b"/>
          <a:lstStyle>
            <a:lvl1pPr>
              <a:defRPr sz="37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263" y="4063589"/>
            <a:ext cx="4983956" cy="1328291"/>
          </a:xfrm>
        </p:spPr>
        <p:txBody>
          <a:bodyPr/>
          <a:lstStyle>
            <a:lvl1pPr marL="0" indent="0">
              <a:buNone/>
              <a:defRPr sz="1517">
                <a:solidFill>
                  <a:schemeClr val="tx1"/>
                </a:solidFill>
              </a:defRPr>
            </a:lvl1pPr>
            <a:lvl2pPr marL="288905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2pPr>
            <a:lvl3pPr marL="577809" indent="0">
              <a:buNone/>
              <a:defRPr sz="1137">
                <a:solidFill>
                  <a:schemeClr val="tx1">
                    <a:tint val="75000"/>
                  </a:schemeClr>
                </a:solidFill>
              </a:defRPr>
            </a:lvl3pPr>
            <a:lvl4pPr marL="866714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4pPr>
            <a:lvl5pPr marL="1155619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5pPr>
            <a:lvl6pPr marL="1444523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6pPr>
            <a:lvl7pPr marL="1733428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7pPr>
            <a:lvl8pPr marL="2022333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8pPr>
            <a:lvl9pPr marL="2311237" indent="0">
              <a:buNone/>
              <a:defRPr sz="10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24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7272" y="1616439"/>
            <a:ext cx="2455863" cy="3852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5365" y="1616439"/>
            <a:ext cx="2455863" cy="3852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52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25" y="323289"/>
            <a:ext cx="4983956" cy="1173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025" y="1488530"/>
            <a:ext cx="2444576" cy="729505"/>
          </a:xfrm>
        </p:spPr>
        <p:txBody>
          <a:bodyPr anchor="b"/>
          <a:lstStyle>
            <a:lvl1pPr marL="0" indent="0">
              <a:buNone/>
              <a:defRPr sz="1517" b="1"/>
            </a:lvl1pPr>
            <a:lvl2pPr marL="288905" indent="0">
              <a:buNone/>
              <a:defRPr sz="1264" b="1"/>
            </a:lvl2pPr>
            <a:lvl3pPr marL="577809" indent="0">
              <a:buNone/>
              <a:defRPr sz="1137" b="1"/>
            </a:lvl3pPr>
            <a:lvl4pPr marL="866714" indent="0">
              <a:buNone/>
              <a:defRPr sz="1011" b="1"/>
            </a:lvl4pPr>
            <a:lvl5pPr marL="1155619" indent="0">
              <a:buNone/>
              <a:defRPr sz="1011" b="1"/>
            </a:lvl5pPr>
            <a:lvl6pPr marL="1444523" indent="0">
              <a:buNone/>
              <a:defRPr sz="1011" b="1"/>
            </a:lvl6pPr>
            <a:lvl7pPr marL="1733428" indent="0">
              <a:buNone/>
              <a:defRPr sz="1011" b="1"/>
            </a:lvl7pPr>
            <a:lvl8pPr marL="2022333" indent="0">
              <a:buNone/>
              <a:defRPr sz="1011" b="1"/>
            </a:lvl8pPr>
            <a:lvl9pPr marL="2311237" indent="0">
              <a:buNone/>
              <a:defRPr sz="10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025" y="2218035"/>
            <a:ext cx="2444576" cy="3262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25366" y="1488530"/>
            <a:ext cx="2456615" cy="729505"/>
          </a:xfrm>
        </p:spPr>
        <p:txBody>
          <a:bodyPr anchor="b"/>
          <a:lstStyle>
            <a:lvl1pPr marL="0" indent="0">
              <a:buNone/>
              <a:defRPr sz="1517" b="1"/>
            </a:lvl1pPr>
            <a:lvl2pPr marL="288905" indent="0">
              <a:buNone/>
              <a:defRPr sz="1264" b="1"/>
            </a:lvl2pPr>
            <a:lvl3pPr marL="577809" indent="0">
              <a:buNone/>
              <a:defRPr sz="1137" b="1"/>
            </a:lvl3pPr>
            <a:lvl4pPr marL="866714" indent="0">
              <a:buNone/>
              <a:defRPr sz="1011" b="1"/>
            </a:lvl4pPr>
            <a:lvl5pPr marL="1155619" indent="0">
              <a:buNone/>
              <a:defRPr sz="1011" b="1"/>
            </a:lvl5pPr>
            <a:lvl6pPr marL="1444523" indent="0">
              <a:buNone/>
              <a:defRPr sz="1011" b="1"/>
            </a:lvl6pPr>
            <a:lvl7pPr marL="1733428" indent="0">
              <a:buNone/>
              <a:defRPr sz="1011" b="1"/>
            </a:lvl7pPr>
            <a:lvl8pPr marL="2022333" indent="0">
              <a:buNone/>
              <a:defRPr sz="1011" b="1"/>
            </a:lvl8pPr>
            <a:lvl9pPr marL="2311237" indent="0">
              <a:buNone/>
              <a:defRPr sz="10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25366" y="2218035"/>
            <a:ext cx="2456615" cy="3262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39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88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8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24" y="404812"/>
            <a:ext cx="1863717" cy="1416844"/>
          </a:xfrm>
        </p:spPr>
        <p:txBody>
          <a:bodyPr anchor="b"/>
          <a:lstStyle>
            <a:lvl1pPr>
              <a:defRPr sz="20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615" y="874284"/>
            <a:ext cx="2925366" cy="4315189"/>
          </a:xfrm>
        </p:spPr>
        <p:txBody>
          <a:bodyPr/>
          <a:lstStyle>
            <a:lvl1pPr>
              <a:defRPr sz="2022"/>
            </a:lvl1pPr>
            <a:lvl2pPr>
              <a:defRPr sz="1769"/>
            </a:lvl2pPr>
            <a:lvl3pPr>
              <a:defRPr sz="1517"/>
            </a:lvl3pPr>
            <a:lvl4pPr>
              <a:defRPr sz="1264"/>
            </a:lvl4pPr>
            <a:lvl5pPr>
              <a:defRPr sz="1264"/>
            </a:lvl5pPr>
            <a:lvl6pPr>
              <a:defRPr sz="1264"/>
            </a:lvl6pPr>
            <a:lvl7pPr>
              <a:defRPr sz="1264"/>
            </a:lvl7pPr>
            <a:lvl8pPr>
              <a:defRPr sz="1264"/>
            </a:lvl8pPr>
            <a:lvl9pPr>
              <a:defRPr sz="12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8024" y="1821656"/>
            <a:ext cx="1863717" cy="3374844"/>
          </a:xfrm>
        </p:spPr>
        <p:txBody>
          <a:bodyPr/>
          <a:lstStyle>
            <a:lvl1pPr marL="0" indent="0">
              <a:buNone/>
              <a:defRPr sz="1011"/>
            </a:lvl1pPr>
            <a:lvl2pPr marL="288905" indent="0">
              <a:buNone/>
              <a:defRPr sz="885"/>
            </a:lvl2pPr>
            <a:lvl3pPr marL="577809" indent="0">
              <a:buNone/>
              <a:defRPr sz="758"/>
            </a:lvl3pPr>
            <a:lvl4pPr marL="866714" indent="0">
              <a:buNone/>
              <a:defRPr sz="632"/>
            </a:lvl4pPr>
            <a:lvl5pPr marL="1155619" indent="0">
              <a:buNone/>
              <a:defRPr sz="632"/>
            </a:lvl5pPr>
            <a:lvl6pPr marL="1444523" indent="0">
              <a:buNone/>
              <a:defRPr sz="632"/>
            </a:lvl6pPr>
            <a:lvl7pPr marL="1733428" indent="0">
              <a:buNone/>
              <a:defRPr sz="632"/>
            </a:lvl7pPr>
            <a:lvl8pPr marL="2022333" indent="0">
              <a:buNone/>
              <a:defRPr sz="632"/>
            </a:lvl8pPr>
            <a:lvl9pPr marL="2311237" indent="0">
              <a:buNone/>
              <a:defRPr sz="6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47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024" y="404812"/>
            <a:ext cx="1863717" cy="1416844"/>
          </a:xfrm>
        </p:spPr>
        <p:txBody>
          <a:bodyPr anchor="b"/>
          <a:lstStyle>
            <a:lvl1pPr>
              <a:defRPr sz="20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56615" y="874284"/>
            <a:ext cx="2925366" cy="4315189"/>
          </a:xfrm>
        </p:spPr>
        <p:txBody>
          <a:bodyPr anchor="t"/>
          <a:lstStyle>
            <a:lvl1pPr marL="0" indent="0">
              <a:buNone/>
              <a:defRPr sz="2022"/>
            </a:lvl1pPr>
            <a:lvl2pPr marL="288905" indent="0">
              <a:buNone/>
              <a:defRPr sz="1769"/>
            </a:lvl2pPr>
            <a:lvl3pPr marL="577809" indent="0">
              <a:buNone/>
              <a:defRPr sz="1517"/>
            </a:lvl3pPr>
            <a:lvl4pPr marL="866714" indent="0">
              <a:buNone/>
              <a:defRPr sz="1264"/>
            </a:lvl4pPr>
            <a:lvl5pPr marL="1155619" indent="0">
              <a:buNone/>
              <a:defRPr sz="1264"/>
            </a:lvl5pPr>
            <a:lvl6pPr marL="1444523" indent="0">
              <a:buNone/>
              <a:defRPr sz="1264"/>
            </a:lvl6pPr>
            <a:lvl7pPr marL="1733428" indent="0">
              <a:buNone/>
              <a:defRPr sz="1264"/>
            </a:lvl7pPr>
            <a:lvl8pPr marL="2022333" indent="0">
              <a:buNone/>
              <a:defRPr sz="1264"/>
            </a:lvl8pPr>
            <a:lvl9pPr marL="2311237" indent="0">
              <a:buNone/>
              <a:defRPr sz="12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8024" y="1821656"/>
            <a:ext cx="1863717" cy="3374844"/>
          </a:xfrm>
        </p:spPr>
        <p:txBody>
          <a:bodyPr/>
          <a:lstStyle>
            <a:lvl1pPr marL="0" indent="0">
              <a:buNone/>
              <a:defRPr sz="1011"/>
            </a:lvl1pPr>
            <a:lvl2pPr marL="288905" indent="0">
              <a:buNone/>
              <a:defRPr sz="885"/>
            </a:lvl2pPr>
            <a:lvl3pPr marL="577809" indent="0">
              <a:buNone/>
              <a:defRPr sz="758"/>
            </a:lvl3pPr>
            <a:lvl4pPr marL="866714" indent="0">
              <a:buNone/>
              <a:defRPr sz="632"/>
            </a:lvl4pPr>
            <a:lvl5pPr marL="1155619" indent="0">
              <a:buNone/>
              <a:defRPr sz="632"/>
            </a:lvl5pPr>
            <a:lvl6pPr marL="1444523" indent="0">
              <a:buNone/>
              <a:defRPr sz="632"/>
            </a:lvl6pPr>
            <a:lvl7pPr marL="1733428" indent="0">
              <a:buNone/>
              <a:defRPr sz="632"/>
            </a:lvl7pPr>
            <a:lvl8pPr marL="2022333" indent="0">
              <a:buNone/>
              <a:defRPr sz="632"/>
            </a:lvl8pPr>
            <a:lvl9pPr marL="2311237" indent="0">
              <a:buNone/>
              <a:defRPr sz="6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28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009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35239" y="323288"/>
            <a:ext cx="1245989" cy="5145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7272" y="323288"/>
            <a:ext cx="3665736" cy="51458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39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7272" y="323289"/>
            <a:ext cx="4983956" cy="1173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272" y="1616439"/>
            <a:ext cx="4983956" cy="3852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7272" y="5628020"/>
            <a:ext cx="1300163" cy="323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4E6F2-0EBE-4A88-9E07-2C0D98FA421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14128" y="5628020"/>
            <a:ext cx="1950244" cy="323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81065" y="5628020"/>
            <a:ext cx="1300163" cy="323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66B5E-AF12-4E7C-BB76-7FCB1F58EE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85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7809" rtl="0" eaLnBrk="1" latinLnBrk="0" hangingPunct="1">
        <a:lnSpc>
          <a:spcPct val="90000"/>
        </a:lnSpc>
        <a:spcBef>
          <a:spcPct val="0"/>
        </a:spcBef>
        <a:buNone/>
        <a:defRPr sz="27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452" indent="-144452" algn="l" defTabSz="577809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sz="1769" kern="1200">
          <a:solidFill>
            <a:schemeClr val="tx1"/>
          </a:solidFill>
          <a:latin typeface="+mn-lt"/>
          <a:ea typeface="+mn-ea"/>
          <a:cs typeface="+mn-cs"/>
        </a:defRPr>
      </a:lvl1pPr>
      <a:lvl2pPr marL="433357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722262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4" kern="1200">
          <a:solidFill>
            <a:schemeClr val="tx1"/>
          </a:solidFill>
          <a:latin typeface="+mn-lt"/>
          <a:ea typeface="+mn-ea"/>
          <a:cs typeface="+mn-cs"/>
        </a:defRPr>
      </a:lvl3pPr>
      <a:lvl4pPr marL="1011166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4pPr>
      <a:lvl5pPr marL="1300071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5pPr>
      <a:lvl6pPr marL="1588976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6pPr>
      <a:lvl7pPr marL="1877880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7pPr>
      <a:lvl8pPr marL="2166785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8pPr>
      <a:lvl9pPr marL="2455690" indent="-144452" algn="l" defTabSz="57780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1pPr>
      <a:lvl2pPr marL="288905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2pPr>
      <a:lvl3pPr marL="577809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3pPr>
      <a:lvl4pPr marL="866714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4pPr>
      <a:lvl5pPr marL="1155619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5pPr>
      <a:lvl6pPr marL="1444523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6pPr>
      <a:lvl7pPr marL="1733428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7pPr>
      <a:lvl8pPr marL="2022333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7" algn="l" defTabSz="577809" rtl="0" eaLnBrk="1" latinLnBrk="0" hangingPunct="1">
        <a:defRPr sz="1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1723072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1723072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1723072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4243355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4243355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4243354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4243354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4243352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4243352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4243353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4243354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4243349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4243349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4243350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4243351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3196272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3196272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3196272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3196272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3196272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3196272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3196272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3196272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3196272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3196272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3196272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3196272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4597074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4608141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4608140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4608140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4597465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4608532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4608531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4608531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4608140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4619207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4619206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4619206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1723072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1723072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1723072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52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1723072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1723072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1723072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4243355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4243355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4243354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4243354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4243352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4243352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4243353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4243354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4243349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4243349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4243350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4243351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3196272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3196272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3196272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3196272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3196272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3196272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3196272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3196272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3196272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3196272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3196272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3196272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4597074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4608141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4608140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4608140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4597465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4608532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4608531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4608531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4608140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4619207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4619206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4619206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1723072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1723072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1723072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CEE263-E4E1-4817-BA1A-A5FACE707D38}"/>
              </a:ext>
            </a:extLst>
          </p:cNvPr>
          <p:cNvSpPr txBox="1"/>
          <p:nvPr/>
        </p:nvSpPr>
        <p:spPr>
          <a:xfrm>
            <a:off x="3476231" y="370415"/>
            <a:ext cx="778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 </a:t>
            </a:r>
          </a:p>
          <a:p>
            <a:r>
              <a:rPr lang="en-GB" sz="1600" dirty="0"/>
              <a:t>    0.7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0.74</a:t>
            </a:r>
          </a:p>
          <a:p>
            <a:r>
              <a:rPr lang="en-GB" sz="1600" dirty="0"/>
              <a:t>0.6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9DFB2-0FA1-4941-B353-A01BFCAB9CDB}"/>
              </a:ext>
            </a:extLst>
          </p:cNvPr>
          <p:cNvSpPr txBox="1"/>
          <p:nvPr/>
        </p:nvSpPr>
        <p:spPr>
          <a:xfrm>
            <a:off x="3362876" y="2366935"/>
            <a:ext cx="869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0.86 </a:t>
            </a:r>
          </a:p>
          <a:p>
            <a:r>
              <a:rPr lang="en-GB" sz="1600" dirty="0"/>
              <a:t>      0.81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0.61</a:t>
            </a:r>
          </a:p>
          <a:p>
            <a:r>
              <a:rPr lang="en-GB" sz="1600" dirty="0"/>
              <a:t>  0.8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16348A-054D-4E6E-BAE9-903FC76EEA9B}"/>
              </a:ext>
            </a:extLst>
          </p:cNvPr>
          <p:cNvSpPr txBox="1"/>
          <p:nvPr/>
        </p:nvSpPr>
        <p:spPr>
          <a:xfrm>
            <a:off x="3362876" y="4416119"/>
            <a:ext cx="891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0.62 </a:t>
            </a:r>
          </a:p>
          <a:p>
            <a:r>
              <a:rPr lang="en-GB" sz="1600" dirty="0"/>
              <a:t>      0.77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0.62</a:t>
            </a:r>
          </a:p>
          <a:p>
            <a:r>
              <a:rPr lang="en-GB" sz="1600" dirty="0"/>
              <a:t>0.63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778F5C-B8EC-4350-A6C7-C93E68A5A56C}"/>
              </a:ext>
            </a:extLst>
          </p:cNvPr>
          <p:cNvSpPr txBox="1"/>
          <p:nvPr/>
        </p:nvSpPr>
        <p:spPr>
          <a:xfrm>
            <a:off x="1333979" y="18250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6E637-13CA-4F43-B656-C66DC0826277}"/>
              </a:ext>
            </a:extLst>
          </p:cNvPr>
          <p:cNvSpPr txBox="1"/>
          <p:nvPr/>
        </p:nvSpPr>
        <p:spPr>
          <a:xfrm>
            <a:off x="1418365" y="3860368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1F9215-BF60-4C80-BB0F-63B56B1FDDAD}"/>
              </a:ext>
            </a:extLst>
          </p:cNvPr>
          <p:cNvSpPr txBox="1"/>
          <p:nvPr/>
        </p:nvSpPr>
        <p:spPr>
          <a:xfrm>
            <a:off x="361249" y="276168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</a:t>
            </a:r>
          </a:p>
        </p:txBody>
      </p:sp>
    </p:spTree>
    <p:extLst>
      <p:ext uri="{BB962C8B-B14F-4D97-AF65-F5344CB8AC3E}">
        <p14:creationId xmlns:p14="http://schemas.microsoft.com/office/powerpoint/2010/main" val="378107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1723072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1723072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1723072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4243355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4243355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4243354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4243354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4243352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4243352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4243353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4243354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4243349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4243349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4243350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4243351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3196272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3196272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3196272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3196272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3196272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3196272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3196272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3196272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3196272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3196272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3196272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3196272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4597074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4608141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4608140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4608140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4597465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4608532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4608531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4608531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4608140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4619207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4619206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4619206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1723072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1723072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1723072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CEE263-E4E1-4817-BA1A-A5FACE707D38}"/>
              </a:ext>
            </a:extLst>
          </p:cNvPr>
          <p:cNvSpPr txBox="1"/>
          <p:nvPr/>
        </p:nvSpPr>
        <p:spPr>
          <a:xfrm>
            <a:off x="3476231" y="370415"/>
            <a:ext cx="778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 </a:t>
            </a:r>
          </a:p>
          <a:p>
            <a:r>
              <a:rPr lang="en-GB" sz="1600" dirty="0"/>
              <a:t>    0.7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0.74</a:t>
            </a:r>
          </a:p>
          <a:p>
            <a:r>
              <a:rPr lang="en-GB" sz="1600" dirty="0"/>
              <a:t>0.6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9DFB2-0FA1-4941-B353-A01BFCAB9CDB}"/>
              </a:ext>
            </a:extLst>
          </p:cNvPr>
          <p:cNvSpPr txBox="1"/>
          <p:nvPr/>
        </p:nvSpPr>
        <p:spPr>
          <a:xfrm>
            <a:off x="3362876" y="2366935"/>
            <a:ext cx="869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0.86 </a:t>
            </a:r>
          </a:p>
          <a:p>
            <a:r>
              <a:rPr lang="en-GB" sz="1600" dirty="0"/>
              <a:t>      0.81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0.61</a:t>
            </a:r>
          </a:p>
          <a:p>
            <a:r>
              <a:rPr lang="en-GB" sz="1600" dirty="0"/>
              <a:t>  0.8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16348A-054D-4E6E-BAE9-903FC76EEA9B}"/>
              </a:ext>
            </a:extLst>
          </p:cNvPr>
          <p:cNvSpPr txBox="1"/>
          <p:nvPr/>
        </p:nvSpPr>
        <p:spPr>
          <a:xfrm>
            <a:off x="3362876" y="4416119"/>
            <a:ext cx="891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0.62 </a:t>
            </a:r>
          </a:p>
          <a:p>
            <a:r>
              <a:rPr lang="en-GB" sz="1600" dirty="0"/>
              <a:t>      0.77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0.62</a:t>
            </a:r>
          </a:p>
          <a:p>
            <a:r>
              <a:rPr lang="en-GB" sz="1600" dirty="0"/>
              <a:t>0.63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778F5C-B8EC-4350-A6C7-C93E68A5A56C}"/>
              </a:ext>
            </a:extLst>
          </p:cNvPr>
          <p:cNvSpPr txBox="1"/>
          <p:nvPr/>
        </p:nvSpPr>
        <p:spPr>
          <a:xfrm>
            <a:off x="1333979" y="18250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6E637-13CA-4F43-B656-C66DC0826277}"/>
              </a:ext>
            </a:extLst>
          </p:cNvPr>
          <p:cNvSpPr txBox="1"/>
          <p:nvPr/>
        </p:nvSpPr>
        <p:spPr>
          <a:xfrm>
            <a:off x="1418365" y="3860368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1F9215-BF60-4C80-BB0F-63B56B1FDDAD}"/>
              </a:ext>
            </a:extLst>
          </p:cNvPr>
          <p:cNvSpPr txBox="1"/>
          <p:nvPr/>
        </p:nvSpPr>
        <p:spPr>
          <a:xfrm>
            <a:off x="361249" y="276168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442C8251-0641-404F-9409-AAAF008CDC67}"/>
              </a:ext>
            </a:extLst>
          </p:cNvPr>
          <p:cNvSpPr/>
          <p:nvPr/>
        </p:nvSpPr>
        <p:spPr>
          <a:xfrm>
            <a:off x="1696892" y="3447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ABB2E61B-99E4-4468-91BE-5B6FB192DB29}"/>
              </a:ext>
            </a:extLst>
          </p:cNvPr>
          <p:cNvSpPr/>
          <p:nvPr/>
        </p:nvSpPr>
        <p:spPr>
          <a:xfrm>
            <a:off x="1714055" y="23693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A1D3C6BD-FF13-41CC-B12B-93E24C5BE07F}"/>
              </a:ext>
            </a:extLst>
          </p:cNvPr>
          <p:cNvSpPr/>
          <p:nvPr/>
        </p:nvSpPr>
        <p:spPr>
          <a:xfrm>
            <a:off x="1696891" y="4416119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1FFF23E-236F-435A-81B1-19C709637F49}"/>
              </a:ext>
            </a:extLst>
          </p:cNvPr>
          <p:cNvSpPr txBox="1"/>
          <p:nvPr/>
        </p:nvSpPr>
        <p:spPr>
          <a:xfrm>
            <a:off x="1807457" y="5313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4C1C4E-40AA-40FA-873F-D8144B080F1C}"/>
              </a:ext>
            </a:extLst>
          </p:cNvPr>
          <p:cNvSpPr txBox="1"/>
          <p:nvPr/>
        </p:nvSpPr>
        <p:spPr>
          <a:xfrm>
            <a:off x="1851940" y="2096351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EF1707-4F12-45BA-9AEA-3FB3DA275942}"/>
              </a:ext>
            </a:extLst>
          </p:cNvPr>
          <p:cNvSpPr txBox="1"/>
          <p:nvPr/>
        </p:nvSpPr>
        <p:spPr>
          <a:xfrm>
            <a:off x="1927431" y="42033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BEE01B-8CA3-4D12-ABAD-4EA2D2BC16C8}"/>
              </a:ext>
            </a:extLst>
          </p:cNvPr>
          <p:cNvSpPr txBox="1"/>
          <p:nvPr/>
        </p:nvSpPr>
        <p:spPr>
          <a:xfrm>
            <a:off x="4978499" y="107229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0.76</a:t>
            </a:r>
          </a:p>
          <a:p>
            <a:endParaRPr lang="en-GB" sz="1600" dirty="0"/>
          </a:p>
          <a:p>
            <a:r>
              <a:rPr lang="en-GB" sz="1600" dirty="0"/>
              <a:t>0.74</a:t>
            </a:r>
          </a:p>
          <a:p>
            <a:endParaRPr lang="en-GB" sz="1600" dirty="0"/>
          </a:p>
          <a:p>
            <a:r>
              <a:rPr lang="en-GB" sz="1600" dirty="0"/>
              <a:t>1.19</a:t>
            </a:r>
          </a:p>
          <a:p>
            <a:endParaRPr lang="en-GB" sz="1600" dirty="0"/>
          </a:p>
          <a:p>
            <a:r>
              <a:rPr lang="en-GB" sz="1600" dirty="0"/>
              <a:t>1.15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8EE6797-20B6-436D-9339-42351F566864}"/>
              </a:ext>
            </a:extLst>
          </p:cNvPr>
          <p:cNvSpPr txBox="1"/>
          <p:nvPr/>
        </p:nvSpPr>
        <p:spPr>
          <a:xfrm>
            <a:off x="4957517" y="2108141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1.26</a:t>
            </a:r>
          </a:p>
          <a:p>
            <a:endParaRPr lang="en-GB" sz="1600" dirty="0"/>
          </a:p>
          <a:p>
            <a:r>
              <a:rPr lang="en-GB" sz="1600" dirty="0"/>
              <a:t>0.69</a:t>
            </a:r>
          </a:p>
          <a:p>
            <a:endParaRPr lang="en-GB" sz="1600" dirty="0"/>
          </a:p>
          <a:p>
            <a:r>
              <a:rPr lang="en-GB" sz="1600" dirty="0"/>
              <a:t>1.25</a:t>
            </a:r>
          </a:p>
          <a:p>
            <a:endParaRPr lang="en-GB" sz="1600" dirty="0"/>
          </a:p>
          <a:p>
            <a:r>
              <a:rPr lang="en-GB" sz="1600" dirty="0"/>
              <a:t>0.74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892CD87-59D2-48F6-8CEA-420B2716ABD9}"/>
              </a:ext>
            </a:extLst>
          </p:cNvPr>
          <p:cNvSpPr txBox="1"/>
          <p:nvPr/>
        </p:nvSpPr>
        <p:spPr>
          <a:xfrm>
            <a:off x="4975021" y="4168236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0.84</a:t>
            </a:r>
          </a:p>
          <a:p>
            <a:endParaRPr lang="en-GB" sz="1600" dirty="0"/>
          </a:p>
          <a:p>
            <a:r>
              <a:rPr lang="en-GB" sz="1600" dirty="0"/>
              <a:t>0.89</a:t>
            </a:r>
          </a:p>
          <a:p>
            <a:endParaRPr lang="en-GB" sz="1600" dirty="0"/>
          </a:p>
          <a:p>
            <a:r>
              <a:rPr lang="en-GB" sz="1600" dirty="0"/>
              <a:t>0.77</a:t>
            </a:r>
          </a:p>
          <a:p>
            <a:endParaRPr lang="en-GB" sz="1600" dirty="0"/>
          </a:p>
          <a:p>
            <a:r>
              <a:rPr lang="en-GB" sz="1600" dirty="0"/>
              <a:t>0.80</a:t>
            </a:r>
          </a:p>
        </p:txBody>
      </p:sp>
    </p:spTree>
    <p:extLst>
      <p:ext uri="{BB962C8B-B14F-4D97-AF65-F5344CB8AC3E}">
        <p14:creationId xmlns:p14="http://schemas.microsoft.com/office/powerpoint/2010/main" val="320311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DE10CD9F-83D1-4240-92E3-5CCAD172BF41}"/>
              </a:ext>
            </a:extLst>
          </p:cNvPr>
          <p:cNvSpPr/>
          <p:nvPr/>
        </p:nvSpPr>
        <p:spPr>
          <a:xfrm>
            <a:off x="861574" y="54522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Support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F1DFC6-DEE6-403E-B87B-66C7454F3FFA}"/>
              </a:ext>
            </a:extLst>
          </p:cNvPr>
          <p:cNvSpPr/>
          <p:nvPr/>
        </p:nvSpPr>
        <p:spPr>
          <a:xfrm>
            <a:off x="861574" y="2577866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Conflict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E70BF8-B022-4139-A407-9BE560219451}"/>
              </a:ext>
            </a:extLst>
          </p:cNvPr>
          <p:cNvSpPr/>
          <p:nvPr/>
        </p:nvSpPr>
        <p:spPr>
          <a:xfrm>
            <a:off x="861574" y="4610511"/>
            <a:ext cx="1473200" cy="931333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Depth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BD70A0-76E7-44D7-8D5F-EDCB599E7389}"/>
              </a:ext>
            </a:extLst>
          </p:cNvPr>
          <p:cNvSpPr/>
          <p:nvPr/>
        </p:nvSpPr>
        <p:spPr>
          <a:xfrm>
            <a:off x="3381857" y="418036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EA0B27-B63F-4DDE-9EC8-F3EA710FB856}"/>
              </a:ext>
            </a:extLst>
          </p:cNvPr>
          <p:cNvSpPr/>
          <p:nvPr/>
        </p:nvSpPr>
        <p:spPr>
          <a:xfrm>
            <a:off x="3381857" y="464158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25F0AB-37A4-4682-BFD5-8FBE7ED726C9}"/>
              </a:ext>
            </a:extLst>
          </p:cNvPr>
          <p:cNvSpPr/>
          <p:nvPr/>
        </p:nvSpPr>
        <p:spPr>
          <a:xfrm>
            <a:off x="3381856" y="510280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90D817-3EEA-4070-91A7-D76E24CCE0F7}"/>
              </a:ext>
            </a:extLst>
          </p:cNvPr>
          <p:cNvSpPr/>
          <p:nvPr/>
        </p:nvSpPr>
        <p:spPr>
          <a:xfrm>
            <a:off x="3381856" y="556402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d4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4234C36-CD46-4FC6-BAD4-775D7FC82651}"/>
              </a:ext>
            </a:extLst>
          </p:cNvPr>
          <p:cNvSpPr/>
          <p:nvPr/>
        </p:nvSpPr>
        <p:spPr>
          <a:xfrm>
            <a:off x="3381854" y="214705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9423-4A21-4EAD-B02C-57D586A189E9}"/>
              </a:ext>
            </a:extLst>
          </p:cNvPr>
          <p:cNvSpPr/>
          <p:nvPr/>
        </p:nvSpPr>
        <p:spPr>
          <a:xfrm>
            <a:off x="3381854" y="2608761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4D3CDC-A2D5-4213-9330-C0452BFE1650}"/>
              </a:ext>
            </a:extLst>
          </p:cNvPr>
          <p:cNvSpPr/>
          <p:nvPr/>
        </p:nvSpPr>
        <p:spPr>
          <a:xfrm>
            <a:off x="3381855" y="3069982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745BB4-1587-47FC-BC3B-AF04156E062F}"/>
              </a:ext>
            </a:extLst>
          </p:cNvPr>
          <p:cNvSpPr/>
          <p:nvPr/>
        </p:nvSpPr>
        <p:spPr>
          <a:xfrm>
            <a:off x="3381856" y="353721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A6EA398-8AEC-4D43-BA3D-CA9EC532E06F}"/>
              </a:ext>
            </a:extLst>
          </p:cNvPr>
          <p:cNvSpPr/>
          <p:nvPr/>
        </p:nvSpPr>
        <p:spPr>
          <a:xfrm>
            <a:off x="3381851" y="159196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3554DB-024B-4A94-8EFA-7814C5BE5BBB}"/>
              </a:ext>
            </a:extLst>
          </p:cNvPr>
          <p:cNvSpPr/>
          <p:nvPr/>
        </p:nvSpPr>
        <p:spPr>
          <a:xfrm>
            <a:off x="3381851" y="61740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7E0307-AF61-4640-829B-2901D5F50BCB}"/>
              </a:ext>
            </a:extLst>
          </p:cNvPr>
          <p:cNvSpPr/>
          <p:nvPr/>
        </p:nvSpPr>
        <p:spPr>
          <a:xfrm>
            <a:off x="3381852" y="108163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7AB2E-A852-4A8E-B44A-793E68474AD5}"/>
              </a:ext>
            </a:extLst>
          </p:cNvPr>
          <p:cNvSpPr/>
          <p:nvPr/>
        </p:nvSpPr>
        <p:spPr>
          <a:xfrm>
            <a:off x="3381853" y="1542859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s4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D5CC2C-FB8A-4FE0-AEC6-D8C707A12501}"/>
              </a:ext>
            </a:extLst>
          </p:cNvPr>
          <p:cNvCxnSpPr>
            <a:stCxn id="52" idx="6"/>
            <a:endCxn id="63" idx="1"/>
          </p:cNvCxnSpPr>
          <p:nvPr/>
        </p:nvCxnSpPr>
        <p:spPr>
          <a:xfrm flipV="1">
            <a:off x="2334774" y="341118"/>
            <a:ext cx="1047077" cy="6697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C8061C0-63E5-482D-BB08-12ED61F2D9DB}"/>
              </a:ext>
            </a:extLst>
          </p:cNvPr>
          <p:cNvCxnSpPr>
            <a:stCxn id="52" idx="6"/>
            <a:endCxn id="64" idx="1"/>
          </p:cNvCxnSpPr>
          <p:nvPr/>
        </p:nvCxnSpPr>
        <p:spPr>
          <a:xfrm flipV="1">
            <a:off x="2334774" y="799331"/>
            <a:ext cx="1047077" cy="2115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D96CE-83D1-4DD4-8314-5EF9E584E8C9}"/>
              </a:ext>
            </a:extLst>
          </p:cNvPr>
          <p:cNvCxnSpPr>
            <a:stCxn id="52" idx="6"/>
            <a:endCxn id="65" idx="1"/>
          </p:cNvCxnSpPr>
          <p:nvPr/>
        </p:nvCxnSpPr>
        <p:spPr>
          <a:xfrm>
            <a:off x="2334774" y="1010888"/>
            <a:ext cx="1047078" cy="2526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5BAC7A-5166-483F-BAC2-9FF1EFD32313}"/>
              </a:ext>
            </a:extLst>
          </p:cNvPr>
          <p:cNvCxnSpPr>
            <a:stCxn id="52" idx="6"/>
            <a:endCxn id="66" idx="1"/>
          </p:cNvCxnSpPr>
          <p:nvPr/>
        </p:nvCxnSpPr>
        <p:spPr>
          <a:xfrm>
            <a:off x="2334774" y="1010888"/>
            <a:ext cx="1047079" cy="71389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A4E4F9-E163-4174-835F-9383933953A2}"/>
              </a:ext>
            </a:extLst>
          </p:cNvPr>
          <p:cNvCxnSpPr>
            <a:stCxn id="53" idx="6"/>
            <a:endCxn id="59" idx="1"/>
          </p:cNvCxnSpPr>
          <p:nvPr/>
        </p:nvCxnSpPr>
        <p:spPr>
          <a:xfrm flipV="1">
            <a:off x="2334774" y="2328975"/>
            <a:ext cx="1047080" cy="7145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1F1A2E-88C0-4587-9264-8BDBEF6C2267}"/>
              </a:ext>
            </a:extLst>
          </p:cNvPr>
          <p:cNvCxnSpPr>
            <a:stCxn id="53" idx="6"/>
            <a:endCxn id="60" idx="1"/>
          </p:cNvCxnSpPr>
          <p:nvPr/>
        </p:nvCxnSpPr>
        <p:spPr>
          <a:xfrm flipV="1">
            <a:off x="2334774" y="2790683"/>
            <a:ext cx="1047080" cy="25285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6457D4-79A8-49F8-8E0B-FAEAA923E7B7}"/>
              </a:ext>
            </a:extLst>
          </p:cNvPr>
          <p:cNvCxnSpPr>
            <a:stCxn id="53" idx="6"/>
            <a:endCxn id="61" idx="1"/>
          </p:cNvCxnSpPr>
          <p:nvPr/>
        </p:nvCxnSpPr>
        <p:spPr>
          <a:xfrm>
            <a:off x="2334774" y="3043533"/>
            <a:ext cx="1047081" cy="20837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31361D-4D95-4D43-8CDA-F4BCE4237378}"/>
              </a:ext>
            </a:extLst>
          </p:cNvPr>
          <p:cNvCxnSpPr>
            <a:stCxn id="53" idx="6"/>
            <a:endCxn id="62" idx="1"/>
          </p:cNvCxnSpPr>
          <p:nvPr/>
        </p:nvCxnSpPr>
        <p:spPr>
          <a:xfrm>
            <a:off x="2334774" y="3043533"/>
            <a:ext cx="1047082" cy="6756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B9C2FA-C858-4021-8910-CC1752E5CAAE}"/>
              </a:ext>
            </a:extLst>
          </p:cNvPr>
          <p:cNvCxnSpPr>
            <a:stCxn id="54" idx="6"/>
            <a:endCxn id="55" idx="1"/>
          </p:cNvCxnSpPr>
          <p:nvPr/>
        </p:nvCxnSpPr>
        <p:spPr>
          <a:xfrm flipV="1">
            <a:off x="2334774" y="4362284"/>
            <a:ext cx="1047083" cy="7138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7EEF53-C768-4837-888D-A80CCE7DCCAF}"/>
              </a:ext>
            </a:extLst>
          </p:cNvPr>
          <p:cNvCxnSpPr>
            <a:stCxn id="54" idx="6"/>
            <a:endCxn id="56" idx="1"/>
          </p:cNvCxnSpPr>
          <p:nvPr/>
        </p:nvCxnSpPr>
        <p:spPr>
          <a:xfrm flipV="1">
            <a:off x="2334774" y="4823505"/>
            <a:ext cx="1047083" cy="2526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99C58-5A35-4924-B234-C2B82650B6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>
            <a:off x="2334774" y="5076178"/>
            <a:ext cx="1047082" cy="208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62F53E-5FDD-45BB-A91A-7916BC9D096B}"/>
              </a:ext>
            </a:extLst>
          </p:cNvPr>
          <p:cNvCxnSpPr>
            <a:stCxn id="54" idx="6"/>
            <a:endCxn id="58" idx="1"/>
          </p:cNvCxnSpPr>
          <p:nvPr/>
        </p:nvCxnSpPr>
        <p:spPr>
          <a:xfrm>
            <a:off x="2334774" y="5076178"/>
            <a:ext cx="1047082" cy="66976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6068D1AC-0456-4CBB-90B6-FE66810FE028}"/>
              </a:ext>
            </a:extLst>
          </p:cNvPr>
          <p:cNvSpPr/>
          <p:nvPr/>
        </p:nvSpPr>
        <p:spPr>
          <a:xfrm>
            <a:off x="3735576" y="15318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D9ECE07-D644-44C0-8C4A-C63950D8A73C}"/>
              </a:ext>
            </a:extLst>
          </p:cNvPr>
          <p:cNvSpPr/>
          <p:nvPr/>
        </p:nvSpPr>
        <p:spPr>
          <a:xfrm>
            <a:off x="3746643" y="61891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C0F03D10-F526-43E3-A4B4-BC3E9014673F}"/>
              </a:ext>
            </a:extLst>
          </p:cNvPr>
          <p:cNvSpPr/>
          <p:nvPr/>
        </p:nvSpPr>
        <p:spPr>
          <a:xfrm>
            <a:off x="3746642" y="1117014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6C15A8B4-26FE-4D05-A270-81D4B327B110}"/>
              </a:ext>
            </a:extLst>
          </p:cNvPr>
          <p:cNvSpPr/>
          <p:nvPr/>
        </p:nvSpPr>
        <p:spPr>
          <a:xfrm>
            <a:off x="3746642" y="1558273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B9CED0A2-B1FD-43A9-BC0F-4317746B74BD}"/>
              </a:ext>
            </a:extLst>
          </p:cNvPr>
          <p:cNvSpPr/>
          <p:nvPr/>
        </p:nvSpPr>
        <p:spPr>
          <a:xfrm>
            <a:off x="3735967" y="2136407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D0B4C5EA-E74C-499D-BCDE-601F4C22BFA9}"/>
              </a:ext>
            </a:extLst>
          </p:cNvPr>
          <p:cNvSpPr/>
          <p:nvPr/>
        </p:nvSpPr>
        <p:spPr>
          <a:xfrm>
            <a:off x="3747034" y="260214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C3D96EC0-4A80-4B00-AB28-36F05418ED9E}"/>
              </a:ext>
            </a:extLst>
          </p:cNvPr>
          <p:cNvSpPr/>
          <p:nvPr/>
        </p:nvSpPr>
        <p:spPr>
          <a:xfrm>
            <a:off x="3747033" y="3100241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447A740-F397-4E0E-A542-88AD2F6010E6}"/>
              </a:ext>
            </a:extLst>
          </p:cNvPr>
          <p:cNvSpPr/>
          <p:nvPr/>
        </p:nvSpPr>
        <p:spPr>
          <a:xfrm>
            <a:off x="3747033" y="3541500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AAB33FAF-E495-40BB-913B-3D8B93644764}"/>
              </a:ext>
            </a:extLst>
          </p:cNvPr>
          <p:cNvSpPr/>
          <p:nvPr/>
        </p:nvSpPr>
        <p:spPr>
          <a:xfrm>
            <a:off x="3746642" y="4180362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7CC20EC5-6C13-4111-BA92-9B3344FD48AD}"/>
              </a:ext>
            </a:extLst>
          </p:cNvPr>
          <p:cNvSpPr/>
          <p:nvPr/>
        </p:nvSpPr>
        <p:spPr>
          <a:xfrm>
            <a:off x="3757709" y="464609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A56D6C37-CE57-4E42-B755-75E41C8ADCA0}"/>
              </a:ext>
            </a:extLst>
          </p:cNvPr>
          <p:cNvSpPr/>
          <p:nvPr/>
        </p:nvSpPr>
        <p:spPr>
          <a:xfrm>
            <a:off x="3757708" y="5144196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E7F2D17F-A875-4145-9642-D3284DB4B2BC}"/>
              </a:ext>
            </a:extLst>
          </p:cNvPr>
          <p:cNvSpPr/>
          <p:nvPr/>
        </p:nvSpPr>
        <p:spPr>
          <a:xfrm>
            <a:off x="3757708" y="5585455"/>
            <a:ext cx="395031" cy="363844"/>
          </a:xfrm>
          <a:prstGeom prst="arc">
            <a:avLst>
              <a:gd name="adj1" fmla="val 13037233"/>
              <a:gd name="adj2" fmla="val 8707483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C3893390-65BC-4502-A260-EC730C1C0C43}"/>
              </a:ext>
            </a:extLst>
          </p:cNvPr>
          <p:cNvCxnSpPr>
            <a:stCxn id="52" idx="2"/>
            <a:endCxn id="54" idx="2"/>
          </p:cNvCxnSpPr>
          <p:nvPr/>
        </p:nvCxnSpPr>
        <p:spPr>
          <a:xfrm rot="10800000" flipV="1">
            <a:off x="861574" y="1010888"/>
            <a:ext cx="12700" cy="4065290"/>
          </a:xfrm>
          <a:prstGeom prst="curvedConnector3">
            <a:avLst>
              <a:gd name="adj1" fmla="val 6466669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F12F4BC6-71CD-4C92-B155-7F691CD81E18}"/>
              </a:ext>
            </a:extLst>
          </p:cNvPr>
          <p:cNvCxnSpPr>
            <a:stCxn id="52" idx="2"/>
            <a:endCxn id="53" idx="2"/>
          </p:cNvCxnSpPr>
          <p:nvPr/>
        </p:nvCxnSpPr>
        <p:spPr>
          <a:xfrm rot="10800000" flipV="1">
            <a:off x="861574" y="1010887"/>
            <a:ext cx="12700" cy="2032645"/>
          </a:xfrm>
          <a:prstGeom prst="curvedConnector3">
            <a:avLst>
              <a:gd name="adj1" fmla="val 28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984779E3-F833-4904-85AA-74CE34A0F254}"/>
              </a:ext>
            </a:extLst>
          </p:cNvPr>
          <p:cNvCxnSpPr>
            <a:stCxn id="53" idx="2"/>
            <a:endCxn id="54" idx="2"/>
          </p:cNvCxnSpPr>
          <p:nvPr/>
        </p:nvCxnSpPr>
        <p:spPr>
          <a:xfrm rot="10800000" flipV="1">
            <a:off x="861574" y="3043532"/>
            <a:ext cx="12700" cy="2032645"/>
          </a:xfrm>
          <a:prstGeom prst="curvedConnector3">
            <a:avLst>
              <a:gd name="adj1" fmla="val 240000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CEE263-E4E1-4817-BA1A-A5FACE707D38}"/>
              </a:ext>
            </a:extLst>
          </p:cNvPr>
          <p:cNvSpPr txBox="1"/>
          <p:nvPr/>
        </p:nvSpPr>
        <p:spPr>
          <a:xfrm>
            <a:off x="2614733" y="370415"/>
            <a:ext cx="778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 </a:t>
            </a:r>
          </a:p>
          <a:p>
            <a:r>
              <a:rPr lang="en-GB" sz="1600" dirty="0"/>
              <a:t>    0.7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0.74</a:t>
            </a:r>
          </a:p>
          <a:p>
            <a:r>
              <a:rPr lang="en-GB" sz="1600" dirty="0"/>
              <a:t>0.6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9DFB2-0FA1-4941-B353-A01BFCAB9CDB}"/>
              </a:ext>
            </a:extLst>
          </p:cNvPr>
          <p:cNvSpPr txBox="1"/>
          <p:nvPr/>
        </p:nvSpPr>
        <p:spPr>
          <a:xfrm>
            <a:off x="2501378" y="2366935"/>
            <a:ext cx="869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0.86 </a:t>
            </a:r>
          </a:p>
          <a:p>
            <a:r>
              <a:rPr lang="en-GB" sz="1600" dirty="0"/>
              <a:t>      0.81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0.61</a:t>
            </a:r>
          </a:p>
          <a:p>
            <a:r>
              <a:rPr lang="en-GB" sz="1600" dirty="0"/>
              <a:t>  0.8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16348A-054D-4E6E-BAE9-903FC76EEA9B}"/>
              </a:ext>
            </a:extLst>
          </p:cNvPr>
          <p:cNvSpPr txBox="1"/>
          <p:nvPr/>
        </p:nvSpPr>
        <p:spPr>
          <a:xfrm>
            <a:off x="2501378" y="4416119"/>
            <a:ext cx="891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0.62 </a:t>
            </a:r>
          </a:p>
          <a:p>
            <a:r>
              <a:rPr lang="en-GB" sz="1600" dirty="0"/>
              <a:t>      0.77</a:t>
            </a:r>
          </a:p>
          <a:p>
            <a:r>
              <a:rPr lang="en-GB" sz="1600" dirty="0"/>
              <a:t>      </a:t>
            </a:r>
          </a:p>
          <a:p>
            <a:r>
              <a:rPr lang="en-GB" sz="1600" dirty="0"/>
              <a:t>      0.62</a:t>
            </a:r>
          </a:p>
          <a:p>
            <a:r>
              <a:rPr lang="en-GB" sz="1600" dirty="0"/>
              <a:t>0.63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778F5C-B8EC-4350-A6C7-C93E68A5A56C}"/>
              </a:ext>
            </a:extLst>
          </p:cNvPr>
          <p:cNvSpPr txBox="1"/>
          <p:nvPr/>
        </p:nvSpPr>
        <p:spPr>
          <a:xfrm>
            <a:off x="472481" y="18250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6E637-13CA-4F43-B656-C66DC0826277}"/>
              </a:ext>
            </a:extLst>
          </p:cNvPr>
          <p:cNvSpPr txBox="1"/>
          <p:nvPr/>
        </p:nvSpPr>
        <p:spPr>
          <a:xfrm>
            <a:off x="556867" y="3860368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-0.43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1F9215-BF60-4C80-BB0F-63B56B1FDDAD}"/>
              </a:ext>
            </a:extLst>
          </p:cNvPr>
          <p:cNvSpPr txBox="1"/>
          <p:nvPr/>
        </p:nvSpPr>
        <p:spPr>
          <a:xfrm>
            <a:off x="0" y="276168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0.61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442C8251-0641-404F-9409-AAAF008CDC67}"/>
              </a:ext>
            </a:extLst>
          </p:cNvPr>
          <p:cNvSpPr/>
          <p:nvPr/>
        </p:nvSpPr>
        <p:spPr>
          <a:xfrm>
            <a:off x="835394" y="3447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ABB2E61B-99E4-4468-91BE-5B6FB192DB29}"/>
              </a:ext>
            </a:extLst>
          </p:cNvPr>
          <p:cNvSpPr/>
          <p:nvPr/>
        </p:nvSpPr>
        <p:spPr>
          <a:xfrm>
            <a:off x="852557" y="2369352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A1D3C6BD-FF13-41CC-B12B-93E24C5BE07F}"/>
              </a:ext>
            </a:extLst>
          </p:cNvPr>
          <p:cNvSpPr/>
          <p:nvPr/>
        </p:nvSpPr>
        <p:spPr>
          <a:xfrm>
            <a:off x="835393" y="4416119"/>
            <a:ext cx="395031" cy="363844"/>
          </a:xfrm>
          <a:prstGeom prst="arc">
            <a:avLst>
              <a:gd name="adj1" fmla="val 5861859"/>
              <a:gd name="adj2" fmla="val 1389011"/>
            </a:avLst>
          </a:prstGeom>
          <a:ln w="28575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1FFF23E-236F-435A-81B1-19C709637F49}"/>
              </a:ext>
            </a:extLst>
          </p:cNvPr>
          <p:cNvSpPr txBox="1"/>
          <p:nvPr/>
        </p:nvSpPr>
        <p:spPr>
          <a:xfrm>
            <a:off x="945959" y="53137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4C1C4E-40AA-40FA-873F-D8144B080F1C}"/>
              </a:ext>
            </a:extLst>
          </p:cNvPr>
          <p:cNvSpPr txBox="1"/>
          <p:nvPr/>
        </p:nvSpPr>
        <p:spPr>
          <a:xfrm>
            <a:off x="990442" y="2096351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EF1707-4F12-45BA-9AEA-3FB3DA275942}"/>
              </a:ext>
            </a:extLst>
          </p:cNvPr>
          <p:cNvSpPr txBox="1"/>
          <p:nvPr/>
        </p:nvSpPr>
        <p:spPr>
          <a:xfrm>
            <a:off x="1065933" y="4203322"/>
            <a:ext cx="778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BEE01B-8CA3-4D12-ABAD-4EA2D2BC16C8}"/>
              </a:ext>
            </a:extLst>
          </p:cNvPr>
          <p:cNvSpPr txBox="1"/>
          <p:nvPr/>
        </p:nvSpPr>
        <p:spPr>
          <a:xfrm>
            <a:off x="4117001" y="107229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0.76</a:t>
            </a:r>
          </a:p>
          <a:p>
            <a:endParaRPr lang="en-GB" sz="1600" dirty="0"/>
          </a:p>
          <a:p>
            <a:r>
              <a:rPr lang="en-GB" sz="1600" dirty="0"/>
              <a:t>0.74</a:t>
            </a:r>
          </a:p>
          <a:p>
            <a:endParaRPr lang="en-GB" sz="1600" dirty="0"/>
          </a:p>
          <a:p>
            <a:r>
              <a:rPr lang="en-GB" sz="1600" dirty="0"/>
              <a:t>1.19</a:t>
            </a:r>
          </a:p>
          <a:p>
            <a:endParaRPr lang="en-GB" sz="1600" dirty="0"/>
          </a:p>
          <a:p>
            <a:r>
              <a:rPr lang="en-GB" sz="1600" dirty="0"/>
              <a:t>1.15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8EE6797-20B6-436D-9339-42351F566864}"/>
              </a:ext>
            </a:extLst>
          </p:cNvPr>
          <p:cNvSpPr txBox="1"/>
          <p:nvPr/>
        </p:nvSpPr>
        <p:spPr>
          <a:xfrm>
            <a:off x="4096019" y="2108141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1.26</a:t>
            </a:r>
          </a:p>
          <a:p>
            <a:endParaRPr lang="en-GB" sz="1600" dirty="0"/>
          </a:p>
          <a:p>
            <a:r>
              <a:rPr lang="en-GB" sz="1600" dirty="0"/>
              <a:t>0.69</a:t>
            </a:r>
          </a:p>
          <a:p>
            <a:endParaRPr lang="en-GB" sz="1600" dirty="0"/>
          </a:p>
          <a:p>
            <a:r>
              <a:rPr lang="en-GB" sz="1600" dirty="0"/>
              <a:t>1.25</a:t>
            </a:r>
          </a:p>
          <a:p>
            <a:endParaRPr lang="en-GB" sz="1600" dirty="0"/>
          </a:p>
          <a:p>
            <a:r>
              <a:rPr lang="en-GB" sz="1600" dirty="0"/>
              <a:t>0.74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892CD87-59D2-48F6-8CEA-420B2716ABD9}"/>
              </a:ext>
            </a:extLst>
          </p:cNvPr>
          <p:cNvSpPr txBox="1"/>
          <p:nvPr/>
        </p:nvSpPr>
        <p:spPr>
          <a:xfrm>
            <a:off x="4113523" y="4168236"/>
            <a:ext cx="77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0.84</a:t>
            </a:r>
          </a:p>
          <a:p>
            <a:endParaRPr lang="en-GB" sz="1600" dirty="0"/>
          </a:p>
          <a:p>
            <a:r>
              <a:rPr lang="en-GB" sz="1600" dirty="0"/>
              <a:t>0.89</a:t>
            </a:r>
          </a:p>
          <a:p>
            <a:endParaRPr lang="en-GB" sz="1600" dirty="0"/>
          </a:p>
          <a:p>
            <a:r>
              <a:rPr lang="en-GB" sz="1600" dirty="0"/>
              <a:t>0.77</a:t>
            </a:r>
          </a:p>
          <a:p>
            <a:endParaRPr lang="en-GB" sz="1600" dirty="0"/>
          </a:p>
          <a:p>
            <a:r>
              <a:rPr lang="en-GB" sz="1600" dirty="0"/>
              <a:t>0.80</a:t>
            </a:r>
          </a:p>
        </p:txBody>
      </p:sp>
      <p:sp>
        <p:nvSpPr>
          <p:cNvPr id="101" name="Arc 100">
            <a:extLst>
              <a:ext uri="{FF2B5EF4-FFF2-40B4-BE49-F238E27FC236}">
                <a16:creationId xmlns:a16="http://schemas.microsoft.com/office/drawing/2014/main" id="{45800668-AA14-40AE-BA54-50B41066A552}"/>
              </a:ext>
            </a:extLst>
          </p:cNvPr>
          <p:cNvSpPr/>
          <p:nvPr/>
        </p:nvSpPr>
        <p:spPr>
          <a:xfrm>
            <a:off x="4273075" y="2784062"/>
            <a:ext cx="778184" cy="935079"/>
          </a:xfrm>
          <a:prstGeom prst="arc">
            <a:avLst>
              <a:gd name="adj1" fmla="val 16029486"/>
              <a:gd name="adj2" fmla="val 5455290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67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1171</TotalTime>
  <Words>171</Words>
  <Application>Microsoft Office PowerPoint</Application>
  <PresentationFormat>Custom</PresentationFormat>
  <Paragraphs>162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4</cp:revision>
  <dcterms:created xsi:type="dcterms:W3CDTF">2025-11-04T14:48:07Z</dcterms:created>
  <dcterms:modified xsi:type="dcterms:W3CDTF">2025-11-05T10:19:55Z</dcterms:modified>
</cp:coreProperties>
</file>