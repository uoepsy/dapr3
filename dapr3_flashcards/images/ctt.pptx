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06933"/>
            <a:ext cx="9144000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68784"/>
            <a:ext cx="9144000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8135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651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076898"/>
            <a:ext cx="10515600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890725"/>
            <a:ext cx="10515600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663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49890"/>
            <a:ext cx="5181600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49890"/>
            <a:ext cx="5181600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836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29978"/>
            <a:ext cx="10515600" cy="834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058899"/>
            <a:ext cx="5157787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577849"/>
            <a:ext cx="5157787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058899"/>
            <a:ext cx="5183188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577849"/>
            <a:ext cx="5183188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420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595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081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87972"/>
            <a:ext cx="3932237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621941"/>
            <a:ext cx="6172200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295877"/>
            <a:ext cx="3932237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7438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87972"/>
            <a:ext cx="3932237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621941"/>
            <a:ext cx="6172200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295877"/>
            <a:ext cx="3932237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6572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289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29978"/>
            <a:ext cx="2628900" cy="36606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29978"/>
            <a:ext cx="7734300" cy="36606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564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29978"/>
            <a:ext cx="10515600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49890"/>
            <a:ext cx="10515600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003618"/>
            <a:ext cx="274320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31E2C-BFD0-4A74-B62A-BA7494EC057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003618"/>
            <a:ext cx="411480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003618"/>
            <a:ext cx="274320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881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79C58-CC37-45D9-9595-F552B6CD8136}"/>
              </a:ext>
            </a:extLst>
          </p:cNvPr>
          <p:cNvSpPr/>
          <p:nvPr/>
        </p:nvSpPr>
        <p:spPr>
          <a:xfrm>
            <a:off x="5150603" y="1309607"/>
            <a:ext cx="1890793" cy="146459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SCORE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F843EA-24E0-45D1-A1F6-2BA1CFCA9010}"/>
              </a:ext>
            </a:extLst>
          </p:cNvPr>
          <p:cNvSpPr/>
          <p:nvPr/>
        </p:nvSpPr>
        <p:spPr>
          <a:xfrm>
            <a:off x="1314773" y="123986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TRUTH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0FEDF8-6CFC-465D-82C0-B18172D83011}"/>
              </a:ext>
            </a:extLst>
          </p:cNvPr>
          <p:cNvSpPr/>
          <p:nvPr/>
        </p:nvSpPr>
        <p:spPr>
          <a:xfrm>
            <a:off x="9071673" y="123764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429E3C-7167-4C2A-B2DF-BACB9A4695C5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3120326" y="2041902"/>
            <a:ext cx="20302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5C6824-9534-45F4-9FF2-47C3429B174A}"/>
              </a:ext>
            </a:extLst>
          </p:cNvPr>
          <p:cNvCxnSpPr>
            <a:stCxn id="6" idx="2"/>
            <a:endCxn id="4" idx="3"/>
          </p:cNvCxnSpPr>
          <p:nvPr/>
        </p:nvCxnSpPr>
        <p:spPr>
          <a:xfrm flipH="1">
            <a:off x="7041396" y="2039682"/>
            <a:ext cx="2030277" cy="22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2B8A48D-6352-47E3-9F60-1104A9E0777D}"/>
              </a:ext>
            </a:extLst>
          </p:cNvPr>
          <p:cNvSpPr txBox="1"/>
          <p:nvPr/>
        </p:nvSpPr>
        <p:spPr>
          <a:xfrm>
            <a:off x="398462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119655-058F-4FF1-B8E5-3805F11C2023}"/>
              </a:ext>
            </a:extLst>
          </p:cNvPr>
          <p:cNvSpPr txBox="1"/>
          <p:nvPr/>
        </p:nvSpPr>
        <p:spPr>
          <a:xfrm>
            <a:off x="790569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47263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79C58-CC37-45D9-9595-F552B6CD8136}"/>
              </a:ext>
            </a:extLst>
          </p:cNvPr>
          <p:cNvSpPr/>
          <p:nvPr/>
        </p:nvSpPr>
        <p:spPr>
          <a:xfrm>
            <a:off x="5150603" y="1309607"/>
            <a:ext cx="1890793" cy="146459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SCORE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F843EA-24E0-45D1-A1F6-2BA1CFCA9010}"/>
              </a:ext>
            </a:extLst>
          </p:cNvPr>
          <p:cNvSpPr/>
          <p:nvPr/>
        </p:nvSpPr>
        <p:spPr>
          <a:xfrm>
            <a:off x="1314773" y="123986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TRUTH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0FEDF8-6CFC-465D-82C0-B18172D83011}"/>
              </a:ext>
            </a:extLst>
          </p:cNvPr>
          <p:cNvSpPr/>
          <p:nvPr/>
        </p:nvSpPr>
        <p:spPr>
          <a:xfrm>
            <a:off x="9071673" y="123764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429E3C-7167-4C2A-B2DF-BACB9A4695C5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3120326" y="2041902"/>
            <a:ext cx="20302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5C6824-9534-45F4-9FF2-47C3429B174A}"/>
              </a:ext>
            </a:extLst>
          </p:cNvPr>
          <p:cNvCxnSpPr>
            <a:stCxn id="6" idx="2"/>
            <a:endCxn id="4" idx="3"/>
          </p:cNvCxnSpPr>
          <p:nvPr/>
        </p:nvCxnSpPr>
        <p:spPr>
          <a:xfrm flipH="1">
            <a:off x="7041396" y="2039682"/>
            <a:ext cx="2030277" cy="22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456E4F1-DE66-4E9D-809D-41B4EE6071B1}"/>
              </a:ext>
            </a:extLst>
          </p:cNvPr>
          <p:cNvSpPr txBox="1"/>
          <p:nvPr/>
        </p:nvSpPr>
        <p:spPr>
          <a:xfrm>
            <a:off x="398462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CCAA3-8FA8-4FC4-8897-676AAB56C698}"/>
              </a:ext>
            </a:extLst>
          </p:cNvPr>
          <p:cNvSpPr txBox="1"/>
          <p:nvPr/>
        </p:nvSpPr>
        <p:spPr>
          <a:xfrm>
            <a:off x="790569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C2E09663-D1F4-4EE0-BE9B-ABB78BF0BC0E}"/>
              </a:ext>
            </a:extLst>
          </p:cNvPr>
          <p:cNvCxnSpPr>
            <a:cxnSpLocks/>
            <a:stCxn id="5" idx="2"/>
            <a:endCxn id="5" idx="3"/>
          </p:cNvCxnSpPr>
          <p:nvPr/>
        </p:nvCxnSpPr>
        <p:spPr>
          <a:xfrm rot="10800000" flipH="1" flipV="1">
            <a:off x="1314772" y="2041902"/>
            <a:ext cx="264417" cy="567126"/>
          </a:xfrm>
          <a:prstGeom prst="curvedConnector4">
            <a:avLst>
              <a:gd name="adj1" fmla="val -250571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FBD55DE1-401C-4871-9944-22845DD34446}"/>
              </a:ext>
            </a:extLst>
          </p:cNvPr>
          <p:cNvCxnSpPr>
            <a:cxnSpLocks/>
            <a:stCxn id="6" idx="6"/>
            <a:endCxn id="6" idx="5"/>
          </p:cNvCxnSpPr>
          <p:nvPr/>
        </p:nvCxnSpPr>
        <p:spPr>
          <a:xfrm flipH="1">
            <a:off x="10612809" y="2039682"/>
            <a:ext cx="264417" cy="567126"/>
          </a:xfrm>
          <a:prstGeom prst="curvedConnector4">
            <a:avLst>
              <a:gd name="adj1" fmla="val -227125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9338A5-A70C-44C9-878E-A4DC54E0B211}"/>
                  </a:ext>
                </a:extLst>
              </p:cNvPr>
              <p:cNvSpPr txBox="1"/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9338A5-A70C-44C9-878E-A4DC54E0B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blipFill>
                <a:blip r:embed="rId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0F6170-CC69-477C-8734-7EE6DEF2F150}"/>
                  </a:ext>
                </a:extLst>
              </p:cNvPr>
              <p:cNvSpPr txBox="1"/>
              <p:nvPr/>
            </p:nvSpPr>
            <p:spPr>
              <a:xfrm>
                <a:off x="11342176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0F6170-CC69-477C-8734-7EE6DEF2F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2176" y="2655129"/>
                <a:ext cx="493084" cy="373179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1460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79C58-CC37-45D9-9595-F552B6CD8136}"/>
              </a:ext>
            </a:extLst>
          </p:cNvPr>
          <p:cNvSpPr/>
          <p:nvPr/>
        </p:nvSpPr>
        <p:spPr>
          <a:xfrm>
            <a:off x="5150603" y="278977"/>
            <a:ext cx="1890793" cy="146459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SCORE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F843EA-24E0-45D1-A1F6-2BA1CFCA9010}"/>
              </a:ext>
            </a:extLst>
          </p:cNvPr>
          <p:cNvSpPr/>
          <p:nvPr/>
        </p:nvSpPr>
        <p:spPr>
          <a:xfrm>
            <a:off x="1314773" y="123986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TRUTH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0FEDF8-6CFC-465D-82C0-B18172D83011}"/>
              </a:ext>
            </a:extLst>
          </p:cNvPr>
          <p:cNvSpPr/>
          <p:nvPr/>
        </p:nvSpPr>
        <p:spPr>
          <a:xfrm>
            <a:off x="9071673" y="20701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ERROR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429E3C-7167-4C2A-B2DF-BACB9A4695C5}"/>
              </a:ext>
            </a:extLst>
          </p:cNvPr>
          <p:cNvCxnSpPr>
            <a:stCxn id="5" idx="6"/>
            <a:endCxn id="4" idx="1"/>
          </p:cNvCxnSpPr>
          <p:nvPr/>
        </p:nvCxnSpPr>
        <p:spPr>
          <a:xfrm flipV="1">
            <a:off x="3120326" y="1011272"/>
            <a:ext cx="2030277" cy="103063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5C6824-9534-45F4-9FF2-47C3429B174A}"/>
              </a:ext>
            </a:extLst>
          </p:cNvPr>
          <p:cNvCxnSpPr>
            <a:stCxn id="6" idx="2"/>
            <a:endCxn id="4" idx="3"/>
          </p:cNvCxnSpPr>
          <p:nvPr/>
        </p:nvCxnSpPr>
        <p:spPr>
          <a:xfrm flipH="1">
            <a:off x="7041396" y="1009052"/>
            <a:ext cx="2030277" cy="22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456E4F1-DE66-4E9D-809D-41B4EE6071B1}"/>
              </a:ext>
            </a:extLst>
          </p:cNvPr>
          <p:cNvSpPr txBox="1"/>
          <p:nvPr/>
        </p:nvSpPr>
        <p:spPr>
          <a:xfrm>
            <a:off x="3914879" y="1196469"/>
            <a:ext cx="301686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CCAA3-8FA8-4FC4-8897-676AAB56C698}"/>
              </a:ext>
            </a:extLst>
          </p:cNvPr>
          <p:cNvSpPr txBox="1"/>
          <p:nvPr/>
        </p:nvSpPr>
        <p:spPr>
          <a:xfrm>
            <a:off x="7905691" y="60097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C2E09663-D1F4-4EE0-BE9B-ABB78BF0BC0E}"/>
              </a:ext>
            </a:extLst>
          </p:cNvPr>
          <p:cNvCxnSpPr>
            <a:cxnSpLocks/>
            <a:stCxn id="5" idx="2"/>
            <a:endCxn id="5" idx="3"/>
          </p:cNvCxnSpPr>
          <p:nvPr/>
        </p:nvCxnSpPr>
        <p:spPr>
          <a:xfrm rot="10800000" flipH="1" flipV="1">
            <a:off x="1314772" y="2041902"/>
            <a:ext cx="264417" cy="567126"/>
          </a:xfrm>
          <a:prstGeom prst="curvedConnector4">
            <a:avLst>
              <a:gd name="adj1" fmla="val -250571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FBD55DE1-401C-4871-9944-22845DD34446}"/>
              </a:ext>
            </a:extLst>
          </p:cNvPr>
          <p:cNvCxnSpPr>
            <a:cxnSpLocks/>
            <a:stCxn id="6" idx="6"/>
            <a:endCxn id="6" idx="5"/>
          </p:cNvCxnSpPr>
          <p:nvPr/>
        </p:nvCxnSpPr>
        <p:spPr>
          <a:xfrm flipH="1">
            <a:off x="10612809" y="1009052"/>
            <a:ext cx="264417" cy="567126"/>
          </a:xfrm>
          <a:prstGeom prst="curvedConnector4">
            <a:avLst>
              <a:gd name="adj1" fmla="val -227125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99956DB-86B7-4C47-A148-3B43F22866A1}"/>
              </a:ext>
            </a:extLst>
          </p:cNvPr>
          <p:cNvSpPr/>
          <p:nvPr/>
        </p:nvSpPr>
        <p:spPr>
          <a:xfrm>
            <a:off x="5155772" y="2322165"/>
            <a:ext cx="1890793" cy="146459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SCORE 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E0B9F1-A3D1-42C9-8AD6-7EF820230F07}"/>
              </a:ext>
            </a:extLst>
          </p:cNvPr>
          <p:cNvSpPr/>
          <p:nvPr/>
        </p:nvSpPr>
        <p:spPr>
          <a:xfrm>
            <a:off x="9076842" y="2250202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ERROR 2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573A8B-D30A-4AAA-A2DF-FE7A0EF9C6ED}"/>
              </a:ext>
            </a:extLst>
          </p:cNvPr>
          <p:cNvCxnSpPr>
            <a:stCxn id="16" idx="2"/>
            <a:endCxn id="14" idx="3"/>
          </p:cNvCxnSpPr>
          <p:nvPr/>
        </p:nvCxnSpPr>
        <p:spPr>
          <a:xfrm flipH="1">
            <a:off x="7046565" y="3052240"/>
            <a:ext cx="2030277" cy="22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A926A9B-BB56-4641-BBC0-A1F0E5BE4B00}"/>
              </a:ext>
            </a:extLst>
          </p:cNvPr>
          <p:cNvSpPr txBox="1"/>
          <p:nvPr/>
        </p:nvSpPr>
        <p:spPr>
          <a:xfrm>
            <a:off x="7910860" y="2644162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AA9EC6D0-7B32-49BE-95A4-E8BAB471F9F5}"/>
              </a:ext>
            </a:extLst>
          </p:cNvPr>
          <p:cNvCxnSpPr>
            <a:cxnSpLocks/>
            <a:stCxn id="16" idx="6"/>
            <a:endCxn id="16" idx="5"/>
          </p:cNvCxnSpPr>
          <p:nvPr/>
        </p:nvCxnSpPr>
        <p:spPr>
          <a:xfrm flipH="1">
            <a:off x="10617978" y="3052240"/>
            <a:ext cx="264417" cy="567126"/>
          </a:xfrm>
          <a:prstGeom prst="curvedConnector4">
            <a:avLst>
              <a:gd name="adj1" fmla="val -227125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630B6D-E424-4C33-8586-4377C6DF0E25}"/>
              </a:ext>
            </a:extLst>
          </p:cNvPr>
          <p:cNvCxnSpPr>
            <a:cxnSpLocks/>
            <a:stCxn id="5" idx="6"/>
            <a:endCxn id="14" idx="1"/>
          </p:cNvCxnSpPr>
          <p:nvPr/>
        </p:nvCxnSpPr>
        <p:spPr>
          <a:xfrm>
            <a:off x="3120326" y="2041902"/>
            <a:ext cx="2035446" cy="10125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223EC97-B026-471A-8F49-E8023EABF955}"/>
              </a:ext>
            </a:extLst>
          </p:cNvPr>
          <p:cNvSpPr txBox="1"/>
          <p:nvPr/>
        </p:nvSpPr>
        <p:spPr>
          <a:xfrm>
            <a:off x="3914879" y="2548181"/>
            <a:ext cx="301686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D8693C-597D-4A1C-9E6C-5847FB62B2FE}"/>
                  </a:ext>
                </a:extLst>
              </p:cNvPr>
              <p:cNvSpPr txBox="1"/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D8693C-597D-4A1C-9E6C-5847FB62B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blipFill>
                <a:blip r:embed="rId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C630C7-81E8-433B-AC7A-516D34FF9253}"/>
                  </a:ext>
                </a:extLst>
              </p:cNvPr>
              <p:cNvSpPr txBox="1"/>
              <p:nvPr/>
            </p:nvSpPr>
            <p:spPr>
              <a:xfrm>
                <a:off x="11342176" y="162449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C630C7-81E8-433B-AC7A-516D34FF9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2176" y="1624499"/>
                <a:ext cx="493084" cy="3731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D4C02A-CDA2-4E12-ADC0-2D3D281003F7}"/>
                  </a:ext>
                </a:extLst>
              </p:cNvPr>
              <p:cNvSpPr txBox="1"/>
              <p:nvPr/>
            </p:nvSpPr>
            <p:spPr>
              <a:xfrm>
                <a:off x="11342176" y="3667687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D4C02A-CDA2-4E12-ADC0-2D3D28100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2176" y="3667687"/>
                <a:ext cx="493084" cy="373179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5784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79C58-CC37-45D9-9595-F552B6CD8136}"/>
              </a:ext>
            </a:extLst>
          </p:cNvPr>
          <p:cNvSpPr/>
          <p:nvPr/>
        </p:nvSpPr>
        <p:spPr>
          <a:xfrm>
            <a:off x="5150603" y="1309607"/>
            <a:ext cx="1890793" cy="146459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SCORE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F843EA-24E0-45D1-A1F6-2BA1CFCA9010}"/>
              </a:ext>
            </a:extLst>
          </p:cNvPr>
          <p:cNvSpPr/>
          <p:nvPr/>
        </p:nvSpPr>
        <p:spPr>
          <a:xfrm>
            <a:off x="1314773" y="123986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TRUTH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0FEDF8-6CFC-465D-82C0-B18172D83011}"/>
              </a:ext>
            </a:extLst>
          </p:cNvPr>
          <p:cNvSpPr/>
          <p:nvPr/>
        </p:nvSpPr>
        <p:spPr>
          <a:xfrm>
            <a:off x="9071673" y="123764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429E3C-7167-4C2A-B2DF-BACB9A4695C5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3120326" y="2041902"/>
            <a:ext cx="20302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5C6824-9534-45F4-9FF2-47C3429B174A}"/>
              </a:ext>
            </a:extLst>
          </p:cNvPr>
          <p:cNvCxnSpPr>
            <a:stCxn id="6" idx="2"/>
            <a:endCxn id="4" idx="3"/>
          </p:cNvCxnSpPr>
          <p:nvPr/>
        </p:nvCxnSpPr>
        <p:spPr>
          <a:xfrm flipH="1">
            <a:off x="7041396" y="2039682"/>
            <a:ext cx="2030277" cy="22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456E4F1-DE66-4E9D-809D-41B4EE6071B1}"/>
              </a:ext>
            </a:extLst>
          </p:cNvPr>
          <p:cNvSpPr txBox="1"/>
          <p:nvPr/>
        </p:nvSpPr>
        <p:spPr>
          <a:xfrm>
            <a:off x="398462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CCAA3-8FA8-4FC4-8897-676AAB56C698}"/>
              </a:ext>
            </a:extLst>
          </p:cNvPr>
          <p:cNvSpPr txBox="1"/>
          <p:nvPr/>
        </p:nvSpPr>
        <p:spPr>
          <a:xfrm>
            <a:off x="790569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C2E09663-D1F4-4EE0-BE9B-ABB78BF0BC0E}"/>
              </a:ext>
            </a:extLst>
          </p:cNvPr>
          <p:cNvCxnSpPr>
            <a:cxnSpLocks/>
            <a:stCxn id="5" idx="2"/>
            <a:endCxn id="5" idx="3"/>
          </p:cNvCxnSpPr>
          <p:nvPr/>
        </p:nvCxnSpPr>
        <p:spPr>
          <a:xfrm rot="10800000" flipH="1" flipV="1">
            <a:off x="1314772" y="2041902"/>
            <a:ext cx="264417" cy="567126"/>
          </a:xfrm>
          <a:prstGeom prst="curvedConnector4">
            <a:avLst>
              <a:gd name="adj1" fmla="val -250571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FBD55DE1-401C-4871-9944-22845DD34446}"/>
              </a:ext>
            </a:extLst>
          </p:cNvPr>
          <p:cNvCxnSpPr>
            <a:cxnSpLocks/>
            <a:stCxn id="6" idx="6"/>
            <a:endCxn id="6" idx="5"/>
          </p:cNvCxnSpPr>
          <p:nvPr/>
        </p:nvCxnSpPr>
        <p:spPr>
          <a:xfrm flipH="1">
            <a:off x="10612809" y="2039682"/>
            <a:ext cx="264417" cy="567126"/>
          </a:xfrm>
          <a:prstGeom prst="curvedConnector4">
            <a:avLst>
              <a:gd name="adj1" fmla="val -227125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9338A5-A70C-44C9-878E-A4DC54E0B211}"/>
                  </a:ext>
                </a:extLst>
              </p:cNvPr>
              <p:cNvSpPr txBox="1"/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9338A5-A70C-44C9-878E-A4DC54E0B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blipFill>
                <a:blip r:embed="rId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0F6170-CC69-477C-8734-7EE6DEF2F150}"/>
                  </a:ext>
                </a:extLst>
              </p:cNvPr>
              <p:cNvSpPr txBox="1"/>
              <p:nvPr/>
            </p:nvSpPr>
            <p:spPr>
              <a:xfrm>
                <a:off x="11342176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0F6170-CC69-477C-8734-7EE6DEF2F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2176" y="2655129"/>
                <a:ext cx="493084" cy="373179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1C5999CA-BF11-4AA3-AA7C-A7D998B00A5D}"/>
              </a:ext>
            </a:extLst>
          </p:cNvPr>
          <p:cNvCxnSpPr>
            <a:cxnSpLocks/>
            <a:stCxn id="6" idx="0"/>
            <a:endCxn id="5" idx="0"/>
          </p:cNvCxnSpPr>
          <p:nvPr/>
        </p:nvCxnSpPr>
        <p:spPr>
          <a:xfrm rot="16200000" flipH="1" flipV="1">
            <a:off x="6094890" y="-2639696"/>
            <a:ext cx="2220" cy="7756900"/>
          </a:xfrm>
          <a:prstGeom prst="curvedConnector3">
            <a:avLst>
              <a:gd name="adj1" fmla="val -47225541"/>
            </a:avLst>
          </a:prstGeom>
          <a:ln w="38100">
            <a:solidFill>
              <a:schemeClr val="bg1">
                <a:lumMod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6867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79C58-CC37-45D9-9595-F552B6CD8136}"/>
              </a:ext>
            </a:extLst>
          </p:cNvPr>
          <p:cNvSpPr/>
          <p:nvPr/>
        </p:nvSpPr>
        <p:spPr>
          <a:xfrm>
            <a:off x="5150603" y="1309607"/>
            <a:ext cx="1890793" cy="146459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SCORE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F843EA-24E0-45D1-A1F6-2BA1CFCA9010}"/>
              </a:ext>
            </a:extLst>
          </p:cNvPr>
          <p:cNvSpPr/>
          <p:nvPr/>
        </p:nvSpPr>
        <p:spPr>
          <a:xfrm>
            <a:off x="1314773" y="123986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TRUTH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0FEDF8-6CFC-465D-82C0-B18172D83011}"/>
              </a:ext>
            </a:extLst>
          </p:cNvPr>
          <p:cNvSpPr/>
          <p:nvPr/>
        </p:nvSpPr>
        <p:spPr>
          <a:xfrm>
            <a:off x="9071673" y="123764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429E3C-7167-4C2A-B2DF-BACB9A4695C5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3120326" y="2041902"/>
            <a:ext cx="20302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5C6824-9534-45F4-9FF2-47C3429B174A}"/>
              </a:ext>
            </a:extLst>
          </p:cNvPr>
          <p:cNvCxnSpPr>
            <a:stCxn id="6" idx="2"/>
            <a:endCxn id="4" idx="3"/>
          </p:cNvCxnSpPr>
          <p:nvPr/>
        </p:nvCxnSpPr>
        <p:spPr>
          <a:xfrm flipH="1">
            <a:off x="7041396" y="2039682"/>
            <a:ext cx="2030277" cy="22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456E4F1-DE66-4E9D-809D-41B4EE6071B1}"/>
              </a:ext>
            </a:extLst>
          </p:cNvPr>
          <p:cNvSpPr txBox="1"/>
          <p:nvPr/>
        </p:nvSpPr>
        <p:spPr>
          <a:xfrm>
            <a:off x="398462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CCAA3-8FA8-4FC4-8897-676AAB56C698}"/>
              </a:ext>
            </a:extLst>
          </p:cNvPr>
          <p:cNvSpPr txBox="1"/>
          <p:nvPr/>
        </p:nvSpPr>
        <p:spPr>
          <a:xfrm>
            <a:off x="790569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C2E09663-D1F4-4EE0-BE9B-ABB78BF0BC0E}"/>
              </a:ext>
            </a:extLst>
          </p:cNvPr>
          <p:cNvCxnSpPr>
            <a:cxnSpLocks/>
            <a:stCxn id="5" idx="2"/>
            <a:endCxn id="5" idx="3"/>
          </p:cNvCxnSpPr>
          <p:nvPr/>
        </p:nvCxnSpPr>
        <p:spPr>
          <a:xfrm rot="10800000" flipH="1" flipV="1">
            <a:off x="1314772" y="2041902"/>
            <a:ext cx="264417" cy="567126"/>
          </a:xfrm>
          <a:prstGeom prst="curvedConnector4">
            <a:avLst>
              <a:gd name="adj1" fmla="val -250571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FBD55DE1-401C-4871-9944-22845DD34446}"/>
              </a:ext>
            </a:extLst>
          </p:cNvPr>
          <p:cNvCxnSpPr>
            <a:cxnSpLocks/>
            <a:stCxn id="6" idx="6"/>
            <a:endCxn id="6" idx="5"/>
          </p:cNvCxnSpPr>
          <p:nvPr/>
        </p:nvCxnSpPr>
        <p:spPr>
          <a:xfrm flipH="1">
            <a:off x="10612809" y="2039682"/>
            <a:ext cx="264417" cy="567126"/>
          </a:xfrm>
          <a:prstGeom prst="curvedConnector4">
            <a:avLst>
              <a:gd name="adj1" fmla="val -227125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9338A5-A70C-44C9-878E-A4DC54E0B211}"/>
                  </a:ext>
                </a:extLst>
              </p:cNvPr>
              <p:cNvSpPr txBox="1"/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9338A5-A70C-44C9-878E-A4DC54E0B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blipFill>
                <a:blip r:embed="rId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0F6170-CC69-477C-8734-7EE6DEF2F150}"/>
                  </a:ext>
                </a:extLst>
              </p:cNvPr>
              <p:cNvSpPr txBox="1"/>
              <p:nvPr/>
            </p:nvSpPr>
            <p:spPr>
              <a:xfrm>
                <a:off x="11342176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0F6170-CC69-477C-8734-7EE6DEF2F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2176" y="2655129"/>
                <a:ext cx="493084" cy="373179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29C00E93-DF3B-42B5-9628-2D8731A60B6E}"/>
              </a:ext>
            </a:extLst>
          </p:cNvPr>
          <p:cNvSpPr/>
          <p:nvPr/>
        </p:nvSpPr>
        <p:spPr>
          <a:xfrm>
            <a:off x="9638118" y="136634"/>
            <a:ext cx="672662" cy="451945"/>
          </a:xfrm>
          <a:prstGeom prst="triangl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E631C3-7CD5-4163-A80B-235BC498DB1D}"/>
              </a:ext>
            </a:extLst>
          </p:cNvPr>
          <p:cNvCxnSpPr>
            <a:stCxn id="2" idx="3"/>
            <a:endCxn id="6" idx="0"/>
          </p:cNvCxnSpPr>
          <p:nvPr/>
        </p:nvCxnSpPr>
        <p:spPr>
          <a:xfrm>
            <a:off x="9974449" y="588579"/>
            <a:ext cx="1" cy="6490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75DED1C-29CC-44F7-897D-DE9184E32BD4}"/>
              </a:ext>
            </a:extLst>
          </p:cNvPr>
          <p:cNvSpPr/>
          <p:nvPr/>
        </p:nvSpPr>
        <p:spPr>
          <a:xfrm>
            <a:off x="1881219" y="136634"/>
            <a:ext cx="672662" cy="451945"/>
          </a:xfrm>
          <a:prstGeom prst="triangl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μ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A6969B-0DDF-4BD5-9DC7-C0AF295ED3C1}"/>
              </a:ext>
            </a:extLst>
          </p:cNvPr>
          <p:cNvCxnSpPr>
            <a:stCxn id="16" idx="3"/>
          </p:cNvCxnSpPr>
          <p:nvPr/>
        </p:nvCxnSpPr>
        <p:spPr>
          <a:xfrm>
            <a:off x="2217550" y="588579"/>
            <a:ext cx="1" cy="6490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531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79C58-CC37-45D9-9595-F552B6CD8136}"/>
              </a:ext>
            </a:extLst>
          </p:cNvPr>
          <p:cNvSpPr/>
          <p:nvPr/>
        </p:nvSpPr>
        <p:spPr>
          <a:xfrm>
            <a:off x="5150604" y="278977"/>
            <a:ext cx="938632" cy="727055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SCORE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F843EA-24E0-45D1-A1F6-2BA1CFCA9010}"/>
              </a:ext>
            </a:extLst>
          </p:cNvPr>
          <p:cNvSpPr/>
          <p:nvPr/>
        </p:nvSpPr>
        <p:spPr>
          <a:xfrm>
            <a:off x="1314773" y="123986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TRUTH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0FEDF8-6CFC-465D-82C0-B18172D83011}"/>
              </a:ext>
            </a:extLst>
          </p:cNvPr>
          <p:cNvSpPr/>
          <p:nvPr/>
        </p:nvSpPr>
        <p:spPr>
          <a:xfrm>
            <a:off x="7475346" y="238010"/>
            <a:ext cx="896317" cy="79629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ERROR</a:t>
            </a:r>
          </a:p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429E3C-7167-4C2A-B2DF-BACB9A4695C5}"/>
              </a:ext>
            </a:extLst>
          </p:cNvPr>
          <p:cNvCxnSpPr>
            <a:cxnSpLocks/>
            <a:stCxn id="5" idx="6"/>
            <a:endCxn id="4" idx="1"/>
          </p:cNvCxnSpPr>
          <p:nvPr/>
        </p:nvCxnSpPr>
        <p:spPr>
          <a:xfrm flipV="1">
            <a:off x="3120326" y="642505"/>
            <a:ext cx="2030278" cy="13993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5C6824-9534-45F4-9FF2-47C3429B174A}"/>
              </a:ext>
            </a:extLst>
          </p:cNvPr>
          <p:cNvCxnSpPr>
            <a:stCxn id="6" idx="2"/>
            <a:endCxn id="4" idx="3"/>
          </p:cNvCxnSpPr>
          <p:nvPr/>
        </p:nvCxnSpPr>
        <p:spPr>
          <a:xfrm flipH="1">
            <a:off x="6089236" y="636160"/>
            <a:ext cx="1386110" cy="634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456E4F1-DE66-4E9D-809D-41B4EE6071B1}"/>
              </a:ext>
            </a:extLst>
          </p:cNvPr>
          <p:cNvSpPr txBox="1"/>
          <p:nvPr/>
        </p:nvSpPr>
        <p:spPr>
          <a:xfrm>
            <a:off x="3897823" y="1029667"/>
            <a:ext cx="301686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C2E09663-D1F4-4EE0-BE9B-ABB78BF0BC0E}"/>
              </a:ext>
            </a:extLst>
          </p:cNvPr>
          <p:cNvCxnSpPr>
            <a:cxnSpLocks/>
            <a:stCxn id="5" idx="2"/>
            <a:endCxn id="5" idx="3"/>
          </p:cNvCxnSpPr>
          <p:nvPr/>
        </p:nvCxnSpPr>
        <p:spPr>
          <a:xfrm rot="10800000" flipH="1" flipV="1">
            <a:off x="1314772" y="2041902"/>
            <a:ext cx="264417" cy="567126"/>
          </a:xfrm>
          <a:prstGeom prst="curvedConnector4">
            <a:avLst>
              <a:gd name="adj1" fmla="val -250571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FBD55DE1-401C-4871-9944-22845DD34446}"/>
              </a:ext>
            </a:extLst>
          </p:cNvPr>
          <p:cNvCxnSpPr>
            <a:cxnSpLocks/>
            <a:stCxn id="6" idx="6"/>
            <a:endCxn id="6" idx="5"/>
          </p:cNvCxnSpPr>
          <p:nvPr/>
        </p:nvCxnSpPr>
        <p:spPr>
          <a:xfrm flipH="1">
            <a:off x="8240400" y="636160"/>
            <a:ext cx="131263" cy="281534"/>
          </a:xfrm>
          <a:prstGeom prst="curvedConnector4">
            <a:avLst>
              <a:gd name="adj1" fmla="val -174154"/>
              <a:gd name="adj2" fmla="val 142797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99956DB-86B7-4C47-A148-3B43F22866A1}"/>
              </a:ext>
            </a:extLst>
          </p:cNvPr>
          <p:cNvSpPr/>
          <p:nvPr/>
        </p:nvSpPr>
        <p:spPr>
          <a:xfrm>
            <a:off x="5150604" y="1274877"/>
            <a:ext cx="938632" cy="727055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SCORE 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E0B9F1-A3D1-42C9-8AD6-7EF820230F07}"/>
              </a:ext>
            </a:extLst>
          </p:cNvPr>
          <p:cNvSpPr/>
          <p:nvPr/>
        </p:nvSpPr>
        <p:spPr>
          <a:xfrm>
            <a:off x="7475346" y="1233910"/>
            <a:ext cx="896317" cy="79629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ERROR 2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573A8B-D30A-4AAA-A2DF-FE7A0EF9C6ED}"/>
              </a:ext>
            </a:extLst>
          </p:cNvPr>
          <p:cNvCxnSpPr>
            <a:stCxn id="16" idx="2"/>
            <a:endCxn id="14" idx="3"/>
          </p:cNvCxnSpPr>
          <p:nvPr/>
        </p:nvCxnSpPr>
        <p:spPr>
          <a:xfrm flipH="1">
            <a:off x="6089236" y="1632060"/>
            <a:ext cx="1386110" cy="634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A926A9B-BB56-4641-BBC0-A1F0E5BE4B00}"/>
              </a:ext>
            </a:extLst>
          </p:cNvPr>
          <p:cNvSpPr txBox="1"/>
          <p:nvPr/>
        </p:nvSpPr>
        <p:spPr>
          <a:xfrm>
            <a:off x="7910860" y="2563208"/>
            <a:ext cx="149764" cy="27699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1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AA9EC6D0-7B32-49BE-95A4-E8BAB471F9F5}"/>
              </a:ext>
            </a:extLst>
          </p:cNvPr>
          <p:cNvCxnSpPr>
            <a:cxnSpLocks/>
            <a:stCxn id="16" idx="6"/>
            <a:endCxn id="16" idx="5"/>
          </p:cNvCxnSpPr>
          <p:nvPr/>
        </p:nvCxnSpPr>
        <p:spPr>
          <a:xfrm flipH="1">
            <a:off x="8240400" y="1632060"/>
            <a:ext cx="131263" cy="281534"/>
          </a:xfrm>
          <a:prstGeom prst="curvedConnector4">
            <a:avLst>
              <a:gd name="adj1" fmla="val -174154"/>
              <a:gd name="adj2" fmla="val 14555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630B6D-E424-4C33-8586-4377C6DF0E25}"/>
              </a:ext>
            </a:extLst>
          </p:cNvPr>
          <p:cNvCxnSpPr>
            <a:cxnSpLocks/>
            <a:stCxn id="5" idx="6"/>
            <a:endCxn id="14" idx="1"/>
          </p:cNvCxnSpPr>
          <p:nvPr/>
        </p:nvCxnSpPr>
        <p:spPr>
          <a:xfrm flipV="1">
            <a:off x="3120326" y="1638405"/>
            <a:ext cx="2030278" cy="4034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223EC97-B026-471A-8F49-E8023EABF955}"/>
              </a:ext>
            </a:extLst>
          </p:cNvPr>
          <p:cNvSpPr txBox="1"/>
          <p:nvPr/>
        </p:nvSpPr>
        <p:spPr>
          <a:xfrm>
            <a:off x="3912869" y="1549568"/>
            <a:ext cx="301686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D8693C-597D-4A1C-9E6C-5847FB62B2FE}"/>
                  </a:ext>
                </a:extLst>
              </p:cNvPr>
              <p:cNvSpPr txBox="1"/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D8693C-597D-4A1C-9E6C-5847FB62B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blipFill>
                <a:blip r:embed="rId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C630C7-81E8-433B-AC7A-516D34FF9253}"/>
                  </a:ext>
                </a:extLst>
              </p:cNvPr>
              <p:cNvSpPr txBox="1"/>
              <p:nvPr/>
            </p:nvSpPr>
            <p:spPr>
              <a:xfrm>
                <a:off x="8485800" y="799728"/>
                <a:ext cx="244778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C630C7-81E8-433B-AC7A-516D34FF9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800" y="799728"/>
                <a:ext cx="244778" cy="373179"/>
              </a:xfrm>
              <a:prstGeom prst="rect">
                <a:avLst/>
              </a:prstGeom>
              <a:blipFill>
                <a:blip r:embed="rId3"/>
                <a:stretch>
                  <a:fillRect r="-62500"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D4C02A-CDA2-4E12-ADC0-2D3D281003F7}"/>
                  </a:ext>
                </a:extLst>
              </p:cNvPr>
              <p:cNvSpPr txBox="1"/>
              <p:nvPr/>
            </p:nvSpPr>
            <p:spPr>
              <a:xfrm>
                <a:off x="8551438" y="2840207"/>
                <a:ext cx="244778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D4C02A-CDA2-4E12-ADC0-2D3D28100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438" y="2840207"/>
                <a:ext cx="244778" cy="373179"/>
              </a:xfrm>
              <a:prstGeom prst="rect">
                <a:avLst/>
              </a:prstGeom>
              <a:blipFill>
                <a:blip r:embed="rId4"/>
                <a:stretch>
                  <a:fillRect r="-60000"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BC1D1CEA-1258-4357-BFD5-A39CCB486489}"/>
              </a:ext>
            </a:extLst>
          </p:cNvPr>
          <p:cNvSpPr/>
          <p:nvPr/>
        </p:nvSpPr>
        <p:spPr>
          <a:xfrm>
            <a:off x="5150604" y="2378880"/>
            <a:ext cx="938632" cy="727055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SCORE 3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EBBEDA4-5051-4011-89CD-4B8143B42DD5}"/>
              </a:ext>
            </a:extLst>
          </p:cNvPr>
          <p:cNvSpPr/>
          <p:nvPr/>
        </p:nvSpPr>
        <p:spPr>
          <a:xfrm>
            <a:off x="7475346" y="2337913"/>
            <a:ext cx="896317" cy="79629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ERROR 3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6AC9FE4-BD97-4FDD-8DAB-420DFC19E81A}"/>
              </a:ext>
            </a:extLst>
          </p:cNvPr>
          <p:cNvCxnSpPr>
            <a:cxnSpLocks/>
            <a:stCxn id="26" idx="2"/>
            <a:endCxn id="25" idx="3"/>
          </p:cNvCxnSpPr>
          <p:nvPr/>
        </p:nvCxnSpPr>
        <p:spPr>
          <a:xfrm flipH="1">
            <a:off x="6089236" y="2736063"/>
            <a:ext cx="1386110" cy="634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7E6CC5E-3357-43BC-AB1E-4FA812416836}"/>
              </a:ext>
            </a:extLst>
          </p:cNvPr>
          <p:cNvSpPr txBox="1"/>
          <p:nvPr/>
        </p:nvSpPr>
        <p:spPr>
          <a:xfrm>
            <a:off x="6799345" y="3615726"/>
            <a:ext cx="149764" cy="27699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1</a:t>
            </a:r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A113E1FA-9101-4526-8C88-35C447D8349C}"/>
              </a:ext>
            </a:extLst>
          </p:cNvPr>
          <p:cNvCxnSpPr>
            <a:cxnSpLocks/>
            <a:stCxn id="26" idx="6"/>
            <a:endCxn id="26" idx="5"/>
          </p:cNvCxnSpPr>
          <p:nvPr/>
        </p:nvCxnSpPr>
        <p:spPr>
          <a:xfrm flipH="1">
            <a:off x="8240400" y="2736063"/>
            <a:ext cx="131263" cy="281534"/>
          </a:xfrm>
          <a:prstGeom prst="curvedConnector4">
            <a:avLst>
              <a:gd name="adj1" fmla="val -174154"/>
              <a:gd name="adj2" fmla="val 140045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63412E1-6802-46B8-9144-8CB4EEA89B1C}"/>
              </a:ext>
            </a:extLst>
          </p:cNvPr>
          <p:cNvCxnSpPr>
            <a:cxnSpLocks/>
            <a:stCxn id="5" idx="6"/>
            <a:endCxn id="25" idx="1"/>
          </p:cNvCxnSpPr>
          <p:nvPr/>
        </p:nvCxnSpPr>
        <p:spPr>
          <a:xfrm>
            <a:off x="3120326" y="2041902"/>
            <a:ext cx="2030278" cy="70050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FC6B636-5ACA-4225-9269-415EBF44ED12}"/>
              </a:ext>
            </a:extLst>
          </p:cNvPr>
          <p:cNvSpPr txBox="1"/>
          <p:nvPr/>
        </p:nvSpPr>
        <p:spPr>
          <a:xfrm>
            <a:off x="3946142" y="2051305"/>
            <a:ext cx="301686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0ED71EA-4D6D-42AB-B272-39E33DD09C9D}"/>
              </a:ext>
            </a:extLst>
          </p:cNvPr>
          <p:cNvSpPr/>
          <p:nvPr/>
        </p:nvSpPr>
        <p:spPr>
          <a:xfrm>
            <a:off x="5176225" y="3504085"/>
            <a:ext cx="938632" cy="727055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SCORE 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66C684F-166E-4E88-8DEE-CC355766C94A}"/>
              </a:ext>
            </a:extLst>
          </p:cNvPr>
          <p:cNvSpPr/>
          <p:nvPr/>
        </p:nvSpPr>
        <p:spPr>
          <a:xfrm>
            <a:off x="7475346" y="3463580"/>
            <a:ext cx="896317" cy="79629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ERROR 4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27473C8-004B-4A5D-853F-2DFC307AD3CF}"/>
              </a:ext>
            </a:extLst>
          </p:cNvPr>
          <p:cNvCxnSpPr>
            <a:stCxn id="33" idx="2"/>
            <a:endCxn id="32" idx="3"/>
          </p:cNvCxnSpPr>
          <p:nvPr/>
        </p:nvCxnSpPr>
        <p:spPr>
          <a:xfrm flipH="1">
            <a:off x="6114857" y="3861730"/>
            <a:ext cx="1360489" cy="588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19EF30C-83A6-4192-9D47-72F48B49954C}"/>
              </a:ext>
            </a:extLst>
          </p:cNvPr>
          <p:cNvSpPr txBox="1"/>
          <p:nvPr/>
        </p:nvSpPr>
        <p:spPr>
          <a:xfrm>
            <a:off x="6746656" y="2409778"/>
            <a:ext cx="149764" cy="27699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1</a:t>
            </a:r>
          </a:p>
        </p:txBody>
      </p: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3A27A34F-2AD2-425B-8712-848F93AA7E48}"/>
              </a:ext>
            </a:extLst>
          </p:cNvPr>
          <p:cNvCxnSpPr>
            <a:cxnSpLocks/>
            <a:stCxn id="33" idx="7"/>
            <a:endCxn id="33" idx="6"/>
          </p:cNvCxnSpPr>
          <p:nvPr/>
        </p:nvCxnSpPr>
        <p:spPr>
          <a:xfrm rot="16200000" flipH="1">
            <a:off x="8165263" y="3655331"/>
            <a:ext cx="281535" cy="131263"/>
          </a:xfrm>
          <a:prstGeom prst="curvedConnector4">
            <a:avLst>
              <a:gd name="adj1" fmla="val -62064"/>
              <a:gd name="adj2" fmla="val 274154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5FC5E8C-FD27-4CB4-BD26-D8D931A7C228}"/>
              </a:ext>
            </a:extLst>
          </p:cNvPr>
          <p:cNvCxnSpPr>
            <a:cxnSpLocks/>
            <a:stCxn id="5" idx="6"/>
            <a:endCxn id="32" idx="1"/>
          </p:cNvCxnSpPr>
          <p:nvPr/>
        </p:nvCxnSpPr>
        <p:spPr>
          <a:xfrm>
            <a:off x="3120326" y="2041902"/>
            <a:ext cx="2055899" cy="182571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60E46CD-DDA3-4285-94A4-65325A352491}"/>
              </a:ext>
            </a:extLst>
          </p:cNvPr>
          <p:cNvSpPr txBox="1"/>
          <p:nvPr/>
        </p:nvSpPr>
        <p:spPr>
          <a:xfrm>
            <a:off x="3897823" y="2920589"/>
            <a:ext cx="301686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458814E-F4BE-43E0-843F-1722FB730029}"/>
              </a:ext>
            </a:extLst>
          </p:cNvPr>
          <p:cNvSpPr txBox="1"/>
          <p:nvPr/>
        </p:nvSpPr>
        <p:spPr>
          <a:xfrm>
            <a:off x="6727283" y="1314969"/>
            <a:ext cx="149764" cy="27699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51CD461-229E-4AC0-8A44-D0DD9BE9B44C}"/>
              </a:ext>
            </a:extLst>
          </p:cNvPr>
          <p:cNvSpPr txBox="1"/>
          <p:nvPr/>
        </p:nvSpPr>
        <p:spPr>
          <a:xfrm>
            <a:off x="6727283" y="311142"/>
            <a:ext cx="149764" cy="27699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367E6A1-BB76-40DF-9777-222D071BF658}"/>
                  </a:ext>
                </a:extLst>
              </p:cNvPr>
              <p:cNvSpPr txBox="1"/>
              <p:nvPr/>
            </p:nvSpPr>
            <p:spPr>
              <a:xfrm>
                <a:off x="8551438" y="1811089"/>
                <a:ext cx="244778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367E6A1-BB76-40DF-9777-222D071BF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438" y="1811089"/>
                <a:ext cx="244778" cy="373179"/>
              </a:xfrm>
              <a:prstGeom prst="rect">
                <a:avLst/>
              </a:prstGeom>
              <a:blipFill>
                <a:blip r:embed="rId5"/>
                <a:stretch>
                  <a:fillRect r="-60000"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165BF49-531A-4489-880F-2382AA7367C8}"/>
                  </a:ext>
                </a:extLst>
              </p:cNvPr>
              <p:cNvSpPr txBox="1"/>
              <p:nvPr/>
            </p:nvSpPr>
            <p:spPr>
              <a:xfrm>
                <a:off x="8551438" y="3611977"/>
                <a:ext cx="244778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165BF49-531A-4489-880F-2382AA736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438" y="3611977"/>
                <a:ext cx="244778" cy="373179"/>
              </a:xfrm>
              <a:prstGeom prst="rect">
                <a:avLst/>
              </a:prstGeom>
              <a:blipFill>
                <a:blip r:embed="rId6"/>
                <a:stretch>
                  <a:fillRect r="-60000"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6502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</TotalTime>
  <Words>75</Words>
  <Application>Microsoft Office PowerPoint</Application>
  <PresentationFormat>Custom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17</cp:revision>
  <dcterms:created xsi:type="dcterms:W3CDTF">2025-09-24T19:34:52Z</dcterms:created>
  <dcterms:modified xsi:type="dcterms:W3CDTF">2025-11-13T19:27:18Z</dcterms:modified>
</cp:coreProperties>
</file>