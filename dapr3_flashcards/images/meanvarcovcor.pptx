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20" d="100"/>
          <a:sy n="120" d="100"/>
        </p:scale>
        <p:origin x="234" y="-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9FF32-E7F8-49F2-8760-925CB08939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F0D100-B84A-4389-88B1-0AD59ADAFF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36A649-A585-4EB8-BCD3-F3956C6EB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85FE0-80E0-4C3E-A3D6-0A1CE15FDD3A}" type="datetimeFigureOut">
              <a:rPr lang="en-GB" smtClean="0"/>
              <a:t>22/07/2026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F1266-C5D2-4889-944B-5637CB2BE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6D8618-AC7D-4227-9FC4-4DE686D76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9D55F-3D78-4027-929B-5917826F0F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7181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B5A60-253D-4C59-83B6-62000736F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7A15B-E371-400B-8A82-DD62649B3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991D7-F612-43FC-A28A-F4C59A132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85FE0-80E0-4C3E-A3D6-0A1CE15FDD3A}" type="datetimeFigureOut">
              <a:rPr lang="en-GB" smtClean="0"/>
              <a:t>22/07/2026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EA5D32-BB6C-439D-B80D-EDF787C4C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DD29BF-5D4F-45FF-A02C-9AC6DD944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9D55F-3D78-4027-929B-5917826F0F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3362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539AC-AA08-4F97-954A-FA29C3DB1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7CC0DD-BC8A-474C-AB78-2F54C23779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D7DAE-349B-4AD8-9F4E-360B0EDFC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85FE0-80E0-4C3E-A3D6-0A1CE15FDD3A}" type="datetimeFigureOut">
              <a:rPr lang="en-GB" smtClean="0"/>
              <a:t>22/07/2026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C3322E-835F-412F-87A0-12FDC09EF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3E53E2-6A87-4C7E-945C-BBC8BB322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9D55F-3D78-4027-929B-5917826F0F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1295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AB656-E9E0-4209-9A66-9DE511A7A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AAEA8-3764-4D2E-A06D-04EC5BBEF4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256720-3A85-4E03-8C07-9B0FBB80E5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4FC23E-091A-4B7E-B490-7F4B53519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85FE0-80E0-4C3E-A3D6-0A1CE15FDD3A}" type="datetimeFigureOut">
              <a:rPr lang="en-GB" smtClean="0"/>
              <a:t>22/07/2026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78649F-C86E-4AB7-B285-FBBC4E6B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400041-A652-4A5E-B5BA-3897807FC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9D55F-3D78-4027-929B-5917826F0F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9102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D1FD6-C017-43F4-BABE-1FA169447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84E4E6-7339-4AA5-85D0-E76C7B6E0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70BE07-0769-4571-BDAF-2434111C8A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D04286-D6AE-4A99-A1DA-EEC8A4CB7D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CCC3A7-C20D-4042-9A7A-E71921EA3C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A75D7B-BB3E-4864-BDAE-5F5692E8A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85FE0-80E0-4C3E-A3D6-0A1CE15FDD3A}" type="datetimeFigureOut">
              <a:rPr lang="en-GB" smtClean="0"/>
              <a:t>22/07/2026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A01A61-705C-4CB5-8EB0-C9777ACF7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9A622F-D65C-4E13-9605-385AC2FDD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9D55F-3D78-4027-929B-5917826F0F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9670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66DA9-02E3-435E-918B-206062C34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DB60E6-AA93-4247-9CB2-F199E72F1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85FE0-80E0-4C3E-A3D6-0A1CE15FDD3A}" type="datetimeFigureOut">
              <a:rPr lang="en-GB" smtClean="0"/>
              <a:t>22/07/2026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D77F37-EE9E-4DF0-B677-FC6E42D5E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0C977C-7A7B-407A-B379-137749BE1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9D55F-3D78-4027-929B-5917826F0F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6186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E85A4F-DF6C-4CDC-9CF1-F751095D6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85FE0-80E0-4C3E-A3D6-0A1CE15FDD3A}" type="datetimeFigureOut">
              <a:rPr lang="en-GB" smtClean="0"/>
              <a:t>22/07/2026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ECE1CA-B0BC-4516-8616-FA4E13327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8FF515-5B6F-4451-8DDD-4C6AD5E2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9D55F-3D78-4027-929B-5917826F0F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4022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A4827-B843-4B81-8977-45D931CB2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6F563-6261-40D2-ACC9-05B57AF880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210E2A-2B36-462F-8AB0-266DBDB09C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BCA593-B98D-4A70-9C00-DFF725BB6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85FE0-80E0-4C3E-A3D6-0A1CE15FDD3A}" type="datetimeFigureOut">
              <a:rPr lang="en-GB" smtClean="0"/>
              <a:t>22/07/2026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F33E99-F4D7-4C0A-90EA-158CBB970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538D25-07DF-433F-AA09-33E9A484A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9D55F-3D78-4027-929B-5917826F0F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6450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944AE-5A12-448E-8C26-1C492777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E8454B-8126-4F0D-8026-DA4CCB563C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BDD491-ACCE-4D1B-AFC9-3B0C09CA53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AD7B5F-3EBE-40C6-B5B8-0320E04AC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85FE0-80E0-4C3E-A3D6-0A1CE15FDD3A}" type="datetimeFigureOut">
              <a:rPr lang="en-GB" smtClean="0"/>
              <a:t>22/07/2026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8C43EF-CCC6-44F1-BA4A-3DC1B0B72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ADEEB5-ADCB-4510-9E29-AE007CEA8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9D55F-3D78-4027-929B-5917826F0F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3009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B8B48-0DF7-4C77-8425-001CB6BB5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444E99-6F87-48E7-A1E7-51AACC7323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BFBD8A-FCD3-48B7-A5BF-1CFBD071C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85FE0-80E0-4C3E-A3D6-0A1CE15FDD3A}" type="datetimeFigureOut">
              <a:rPr lang="en-GB" smtClean="0"/>
              <a:t>22/07/2026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D416A3-6DFD-4BCD-AFA8-AE874F4F0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CCE3BF-3CE9-435B-BE96-B146BF088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9D55F-3D78-4027-929B-5917826F0F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7056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EB97C9-7806-480C-B2F1-EA2EC87082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BD8B2-84E0-41AA-B425-08D3EFAA7D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76335-8512-4CFB-A35A-A98C6BEB4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85FE0-80E0-4C3E-A3D6-0A1CE15FDD3A}" type="datetimeFigureOut">
              <a:rPr lang="en-GB" smtClean="0"/>
              <a:t>22/07/2026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B5D046-0480-4FB0-9573-D965F53E1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BF33F0-BEBD-414A-853A-363BFE2E9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9D55F-3D78-4027-929B-5917826F0F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3205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ADB18F-5A56-46FD-801E-F53E8099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2A1030-40AE-4FBF-9A7D-4AD8F55CD6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9E939-3A15-4C54-AC09-957C11AA6B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E85FE0-80E0-4C3E-A3D6-0A1CE15FDD3A}" type="datetimeFigureOut">
              <a:rPr lang="en-GB" smtClean="0"/>
              <a:t>22/07/2026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445BA2-DDE0-4076-A833-CC2EFDE682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F3B53F-D991-4160-BF44-3F46364CBC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E9D55F-3D78-4027-929B-5917826F0F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9072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29E4C1B3-B12B-4A88-AA5D-4F4EF2FEDDED}"/>
              </a:ext>
            </a:extLst>
          </p:cNvPr>
          <p:cNvSpPr/>
          <p:nvPr/>
        </p:nvSpPr>
        <p:spPr>
          <a:xfrm>
            <a:off x="4263446" y="4225162"/>
            <a:ext cx="1651957" cy="1542553"/>
          </a:xfrm>
          <a:prstGeom prst="triangl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8CCD30A-3A2D-4E53-A2B7-864044F43A25}"/>
              </a:ext>
            </a:extLst>
          </p:cNvPr>
          <p:cNvCxnSpPr>
            <a:cxnSpLocks/>
          </p:cNvCxnSpPr>
          <p:nvPr/>
        </p:nvCxnSpPr>
        <p:spPr>
          <a:xfrm>
            <a:off x="2266711" y="4190411"/>
            <a:ext cx="84502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23CB275-0CA5-45B5-8B9D-48E103E45603}"/>
              </a:ext>
            </a:extLst>
          </p:cNvPr>
          <p:cNvCxnSpPr/>
          <p:nvPr/>
        </p:nvCxnSpPr>
        <p:spPr>
          <a:xfrm>
            <a:off x="2266711" y="4190411"/>
            <a:ext cx="0" cy="177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942B8E2-EBBD-4BDE-8CE0-5A2431AD4431}"/>
              </a:ext>
            </a:extLst>
          </p:cNvPr>
          <p:cNvCxnSpPr/>
          <p:nvPr/>
        </p:nvCxnSpPr>
        <p:spPr>
          <a:xfrm>
            <a:off x="3206908" y="4190411"/>
            <a:ext cx="0" cy="177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7640F76-5748-4328-A777-EA74CADEBD9A}"/>
              </a:ext>
            </a:extLst>
          </p:cNvPr>
          <p:cNvCxnSpPr/>
          <p:nvPr/>
        </p:nvCxnSpPr>
        <p:spPr>
          <a:xfrm>
            <a:off x="3206289" y="4190411"/>
            <a:ext cx="0" cy="177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A832028-3B8D-42EF-8DA9-CB5B7CB7CBDA}"/>
              </a:ext>
            </a:extLst>
          </p:cNvPr>
          <p:cNvCxnSpPr/>
          <p:nvPr/>
        </p:nvCxnSpPr>
        <p:spPr>
          <a:xfrm>
            <a:off x="4146486" y="4190411"/>
            <a:ext cx="0" cy="177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D3576F4-429B-4505-AE8F-C8348B4CFDA3}"/>
              </a:ext>
            </a:extLst>
          </p:cNvPr>
          <p:cNvCxnSpPr/>
          <p:nvPr/>
        </p:nvCxnSpPr>
        <p:spPr>
          <a:xfrm>
            <a:off x="4144544" y="4190411"/>
            <a:ext cx="0" cy="177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9D8F182-92EF-418C-BC2A-F68CF8668DDA}"/>
              </a:ext>
            </a:extLst>
          </p:cNvPr>
          <p:cNvCxnSpPr/>
          <p:nvPr/>
        </p:nvCxnSpPr>
        <p:spPr>
          <a:xfrm>
            <a:off x="5084741" y="4190411"/>
            <a:ext cx="0" cy="177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E23643E-8861-4A8F-968A-BEFC4EE7DDB3}"/>
              </a:ext>
            </a:extLst>
          </p:cNvPr>
          <p:cNvCxnSpPr/>
          <p:nvPr/>
        </p:nvCxnSpPr>
        <p:spPr>
          <a:xfrm>
            <a:off x="5082798" y="4190411"/>
            <a:ext cx="0" cy="177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EBE8BF6-5769-46C8-8486-231697B1D184}"/>
              </a:ext>
            </a:extLst>
          </p:cNvPr>
          <p:cNvCxnSpPr/>
          <p:nvPr/>
        </p:nvCxnSpPr>
        <p:spPr>
          <a:xfrm>
            <a:off x="6022995" y="4190411"/>
            <a:ext cx="0" cy="177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4EB1C17-E50E-4ECA-99CB-E459B461E8BA}"/>
              </a:ext>
            </a:extLst>
          </p:cNvPr>
          <p:cNvCxnSpPr/>
          <p:nvPr/>
        </p:nvCxnSpPr>
        <p:spPr>
          <a:xfrm>
            <a:off x="6021052" y="4190411"/>
            <a:ext cx="0" cy="177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A573D72-637E-4B03-84A2-E8144B3C2CE2}"/>
              </a:ext>
            </a:extLst>
          </p:cNvPr>
          <p:cNvCxnSpPr/>
          <p:nvPr/>
        </p:nvCxnSpPr>
        <p:spPr>
          <a:xfrm>
            <a:off x="6961249" y="4190411"/>
            <a:ext cx="0" cy="177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3116D05-A56E-4267-B1A1-83917FA08026}"/>
              </a:ext>
            </a:extLst>
          </p:cNvPr>
          <p:cNvCxnSpPr/>
          <p:nvPr/>
        </p:nvCxnSpPr>
        <p:spPr>
          <a:xfrm>
            <a:off x="6960630" y="4190411"/>
            <a:ext cx="0" cy="177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C535901-E866-4B75-A6D5-86AC407CD570}"/>
              </a:ext>
            </a:extLst>
          </p:cNvPr>
          <p:cNvCxnSpPr/>
          <p:nvPr/>
        </p:nvCxnSpPr>
        <p:spPr>
          <a:xfrm>
            <a:off x="7900827" y="4190411"/>
            <a:ext cx="0" cy="177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E60D273-6219-4203-97AB-923331634E05}"/>
              </a:ext>
            </a:extLst>
          </p:cNvPr>
          <p:cNvCxnSpPr/>
          <p:nvPr/>
        </p:nvCxnSpPr>
        <p:spPr>
          <a:xfrm>
            <a:off x="7906836" y="4190411"/>
            <a:ext cx="0" cy="177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3D5C59D-92DF-4EF7-8290-193B13AA1B91}"/>
              </a:ext>
            </a:extLst>
          </p:cNvPr>
          <p:cNvCxnSpPr/>
          <p:nvPr/>
        </p:nvCxnSpPr>
        <p:spPr>
          <a:xfrm>
            <a:off x="8839082" y="4190411"/>
            <a:ext cx="0" cy="177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2C21602-AD52-4006-A593-091046B5702F}"/>
              </a:ext>
            </a:extLst>
          </p:cNvPr>
          <p:cNvCxnSpPr/>
          <p:nvPr/>
        </p:nvCxnSpPr>
        <p:spPr>
          <a:xfrm>
            <a:off x="8845090" y="4190411"/>
            <a:ext cx="0" cy="177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7ECB44B-5C8D-467C-9D48-61A4ADDF7F7C}"/>
              </a:ext>
            </a:extLst>
          </p:cNvPr>
          <p:cNvCxnSpPr/>
          <p:nvPr/>
        </p:nvCxnSpPr>
        <p:spPr>
          <a:xfrm>
            <a:off x="9777336" y="4190411"/>
            <a:ext cx="0" cy="177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8F9C3AC-F3CE-4439-96FD-169295EBA5BD}"/>
              </a:ext>
            </a:extLst>
          </p:cNvPr>
          <p:cNvCxnSpPr/>
          <p:nvPr/>
        </p:nvCxnSpPr>
        <p:spPr>
          <a:xfrm>
            <a:off x="9778661" y="4190411"/>
            <a:ext cx="0" cy="177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F0EBE29-9A43-4F44-9CDF-9B07A3AC0DC7}"/>
              </a:ext>
            </a:extLst>
          </p:cNvPr>
          <p:cNvCxnSpPr/>
          <p:nvPr/>
        </p:nvCxnSpPr>
        <p:spPr>
          <a:xfrm>
            <a:off x="9776718" y="4190411"/>
            <a:ext cx="0" cy="177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EE7B69C-3B2B-493D-8DC9-D466834CA98C}"/>
              </a:ext>
            </a:extLst>
          </p:cNvPr>
          <p:cNvCxnSpPr/>
          <p:nvPr/>
        </p:nvCxnSpPr>
        <p:spPr>
          <a:xfrm>
            <a:off x="10716915" y="4190411"/>
            <a:ext cx="0" cy="177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025E51C-6F34-4132-9107-9F001FF505F0}"/>
              </a:ext>
            </a:extLst>
          </p:cNvPr>
          <p:cNvSpPr txBox="1"/>
          <p:nvPr/>
        </p:nvSpPr>
        <p:spPr>
          <a:xfrm>
            <a:off x="2115046" y="4279312"/>
            <a:ext cx="9104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          	2	 3	 4	  5	  6	   7	   8	    9	   10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7EDE681-EBA5-4D09-B325-B68019BB5461}"/>
              </a:ext>
            </a:extLst>
          </p:cNvPr>
          <p:cNvSpPr/>
          <p:nvPr/>
        </p:nvSpPr>
        <p:spPr>
          <a:xfrm>
            <a:off x="2079855" y="3816698"/>
            <a:ext cx="373712" cy="373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4966592-95D4-45CD-9A87-05E58B4A9306}"/>
              </a:ext>
            </a:extLst>
          </p:cNvPr>
          <p:cNvSpPr/>
          <p:nvPr/>
        </p:nvSpPr>
        <p:spPr>
          <a:xfrm>
            <a:off x="3019433" y="3816698"/>
            <a:ext cx="373712" cy="373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64A15CE-8FFA-4D6C-9D3F-FA9386F31143}"/>
              </a:ext>
            </a:extLst>
          </p:cNvPr>
          <p:cNvSpPr/>
          <p:nvPr/>
        </p:nvSpPr>
        <p:spPr>
          <a:xfrm>
            <a:off x="3957688" y="3807644"/>
            <a:ext cx="373712" cy="373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C534B58-61A2-4BD1-AE31-09F63B4F9079}"/>
              </a:ext>
            </a:extLst>
          </p:cNvPr>
          <p:cNvSpPr/>
          <p:nvPr/>
        </p:nvSpPr>
        <p:spPr>
          <a:xfrm>
            <a:off x="3957688" y="3389481"/>
            <a:ext cx="373712" cy="373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FF7D622-BE78-437E-A551-E211EBDF115B}"/>
              </a:ext>
            </a:extLst>
          </p:cNvPr>
          <p:cNvSpPr/>
          <p:nvPr/>
        </p:nvSpPr>
        <p:spPr>
          <a:xfrm>
            <a:off x="3957688" y="2971318"/>
            <a:ext cx="373712" cy="373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52C6935-9846-4478-848E-03D73CF994E5}"/>
              </a:ext>
            </a:extLst>
          </p:cNvPr>
          <p:cNvSpPr/>
          <p:nvPr/>
        </p:nvSpPr>
        <p:spPr>
          <a:xfrm>
            <a:off x="9584472" y="3806999"/>
            <a:ext cx="373712" cy="373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76676DB-74DA-4F49-964F-1291BCE84A7A}"/>
              </a:ext>
            </a:extLst>
          </p:cNvPr>
          <p:cNvSpPr/>
          <p:nvPr/>
        </p:nvSpPr>
        <p:spPr>
          <a:xfrm>
            <a:off x="7705402" y="3806999"/>
            <a:ext cx="373712" cy="373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2D79AA29-233B-42FD-92F4-14992BF8F018}"/>
              </a:ext>
            </a:extLst>
          </p:cNvPr>
          <p:cNvSpPr/>
          <p:nvPr/>
        </p:nvSpPr>
        <p:spPr>
          <a:xfrm>
            <a:off x="5084742" y="1502796"/>
            <a:ext cx="2620660" cy="128165"/>
          </a:xfrm>
          <a:prstGeom prst="rightArrow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2"/>
              </a:solidFill>
            </a:endParaRPr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B74FEB6B-5FA7-4467-B721-4BC3545DE64D}"/>
              </a:ext>
            </a:extLst>
          </p:cNvPr>
          <p:cNvSpPr/>
          <p:nvPr/>
        </p:nvSpPr>
        <p:spPr>
          <a:xfrm>
            <a:off x="5077026" y="1639451"/>
            <a:ext cx="4507423" cy="128165"/>
          </a:xfrm>
          <a:prstGeom prst="rightArrow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34995587-9079-4E8D-940B-3E729E3E97C8}"/>
              </a:ext>
            </a:extLst>
          </p:cNvPr>
          <p:cNvSpPr/>
          <p:nvPr/>
        </p:nvSpPr>
        <p:spPr>
          <a:xfrm flipH="1">
            <a:off x="4347301" y="1639451"/>
            <a:ext cx="732721" cy="128164"/>
          </a:xfrm>
          <a:prstGeom prst="rightArrow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2"/>
              </a:solidFill>
            </a:endParaRPr>
          </a:p>
        </p:txBody>
      </p:sp>
      <p:sp>
        <p:nvSpPr>
          <p:cNvPr id="44" name="Arrow: Right 43">
            <a:extLst>
              <a:ext uri="{FF2B5EF4-FFF2-40B4-BE49-F238E27FC236}">
                <a16:creationId xmlns:a16="http://schemas.microsoft.com/office/drawing/2014/main" id="{2C1C60B6-0F2B-416F-9AA4-A5351A575717}"/>
              </a:ext>
            </a:extLst>
          </p:cNvPr>
          <p:cNvSpPr/>
          <p:nvPr/>
        </p:nvSpPr>
        <p:spPr>
          <a:xfrm flipH="1">
            <a:off x="3401096" y="1506656"/>
            <a:ext cx="1680024" cy="132793"/>
          </a:xfrm>
          <a:prstGeom prst="rightArrow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2"/>
              </a:solidFill>
            </a:endParaRPr>
          </a:p>
        </p:txBody>
      </p:sp>
      <p:sp>
        <p:nvSpPr>
          <p:cNvPr id="45" name="Arrow: Right 44">
            <a:extLst>
              <a:ext uri="{FF2B5EF4-FFF2-40B4-BE49-F238E27FC236}">
                <a16:creationId xmlns:a16="http://schemas.microsoft.com/office/drawing/2014/main" id="{2F913878-8DD5-45DF-B79B-3A8729F5EC32}"/>
              </a:ext>
            </a:extLst>
          </p:cNvPr>
          <p:cNvSpPr/>
          <p:nvPr/>
        </p:nvSpPr>
        <p:spPr>
          <a:xfrm flipH="1">
            <a:off x="2461518" y="1371218"/>
            <a:ext cx="2619602" cy="125738"/>
          </a:xfrm>
          <a:prstGeom prst="rightArrow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2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DF4F7FE-CEE8-44D6-8C46-97C9245CA006}"/>
              </a:ext>
            </a:extLst>
          </p:cNvPr>
          <p:cNvSpPr txBox="1"/>
          <p:nvPr/>
        </p:nvSpPr>
        <p:spPr>
          <a:xfrm>
            <a:off x="6768624" y="1648052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2"/>
                </a:solidFill>
              </a:rPr>
              <a:t>+5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0825188-F4F3-4D86-90B4-55BB1EAEE626}"/>
              </a:ext>
            </a:extLst>
          </p:cNvPr>
          <p:cNvSpPr txBox="1"/>
          <p:nvPr/>
        </p:nvSpPr>
        <p:spPr>
          <a:xfrm>
            <a:off x="6015282" y="1213619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2"/>
                </a:solidFill>
              </a:rPr>
              <a:t>+3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81882A2-7BE5-4DCB-920F-9547D0AE2FAD}"/>
              </a:ext>
            </a:extLst>
          </p:cNvPr>
          <p:cNvSpPr txBox="1"/>
          <p:nvPr/>
        </p:nvSpPr>
        <p:spPr>
          <a:xfrm>
            <a:off x="3714186" y="1085452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2"/>
                </a:solidFill>
              </a:rPr>
              <a:t>-3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9A23900-03DE-4BA3-9F77-2450B851323F}"/>
              </a:ext>
            </a:extLst>
          </p:cNvPr>
          <p:cNvSpPr txBox="1"/>
          <p:nvPr/>
        </p:nvSpPr>
        <p:spPr>
          <a:xfrm>
            <a:off x="3691744" y="1528470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2"/>
                </a:solidFill>
              </a:rPr>
              <a:t>-2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7019B12-93DF-4512-AB5B-DF98B9570602}"/>
              </a:ext>
            </a:extLst>
          </p:cNvPr>
          <p:cNvSpPr txBox="1"/>
          <p:nvPr/>
        </p:nvSpPr>
        <p:spPr>
          <a:xfrm>
            <a:off x="4541268" y="1682316"/>
            <a:ext cx="881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2"/>
                </a:solidFill>
              </a:rPr>
              <a:t>-1</a:t>
            </a:r>
          </a:p>
        </p:txBody>
      </p:sp>
      <p:sp>
        <p:nvSpPr>
          <p:cNvPr id="51" name="Arrow: Right 50">
            <a:extLst>
              <a:ext uri="{FF2B5EF4-FFF2-40B4-BE49-F238E27FC236}">
                <a16:creationId xmlns:a16="http://schemas.microsoft.com/office/drawing/2014/main" id="{B6445C35-BEA5-4738-AB29-C6C908ABA6EE}"/>
              </a:ext>
            </a:extLst>
          </p:cNvPr>
          <p:cNvSpPr/>
          <p:nvPr/>
        </p:nvSpPr>
        <p:spPr>
          <a:xfrm flipH="1">
            <a:off x="4350416" y="1960252"/>
            <a:ext cx="732721" cy="128164"/>
          </a:xfrm>
          <a:prstGeom prst="rightArrow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2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369D643-51E6-4BF4-8FED-2043980C11C3}"/>
              </a:ext>
            </a:extLst>
          </p:cNvPr>
          <p:cNvSpPr txBox="1"/>
          <p:nvPr/>
        </p:nvSpPr>
        <p:spPr>
          <a:xfrm>
            <a:off x="4536432" y="2003117"/>
            <a:ext cx="881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2"/>
                </a:solidFill>
              </a:rPr>
              <a:t>-1</a:t>
            </a:r>
          </a:p>
        </p:txBody>
      </p:sp>
      <p:sp>
        <p:nvSpPr>
          <p:cNvPr id="53" name="Arrow: Right 52">
            <a:extLst>
              <a:ext uri="{FF2B5EF4-FFF2-40B4-BE49-F238E27FC236}">
                <a16:creationId xmlns:a16="http://schemas.microsoft.com/office/drawing/2014/main" id="{DF34B3FA-219B-401C-9C12-9487923232FE}"/>
              </a:ext>
            </a:extLst>
          </p:cNvPr>
          <p:cNvSpPr/>
          <p:nvPr/>
        </p:nvSpPr>
        <p:spPr>
          <a:xfrm flipH="1">
            <a:off x="4347301" y="2285956"/>
            <a:ext cx="732721" cy="128164"/>
          </a:xfrm>
          <a:prstGeom prst="rightArrow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2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598958C-CCC7-4272-9306-04A48313B46F}"/>
              </a:ext>
            </a:extLst>
          </p:cNvPr>
          <p:cNvSpPr txBox="1"/>
          <p:nvPr/>
        </p:nvSpPr>
        <p:spPr>
          <a:xfrm>
            <a:off x="4525366" y="2328821"/>
            <a:ext cx="881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2"/>
                </a:solidFill>
              </a:rPr>
              <a:t>-1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F72C579-E52B-46ED-AB6E-7C8254FFFC81}"/>
              </a:ext>
            </a:extLst>
          </p:cNvPr>
          <p:cNvSpPr txBox="1"/>
          <p:nvPr/>
        </p:nvSpPr>
        <p:spPr>
          <a:xfrm>
            <a:off x="1938162" y="723287"/>
            <a:ext cx="3119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Sum of negative deviations = -8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7DF5B9E-6D70-445A-9196-0B5ABCA09087}"/>
              </a:ext>
            </a:extLst>
          </p:cNvPr>
          <p:cNvSpPr txBox="1"/>
          <p:nvPr/>
        </p:nvSpPr>
        <p:spPr>
          <a:xfrm>
            <a:off x="5273715" y="723287"/>
            <a:ext cx="3099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Sum of positive deviations = +8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0A3B0D2-7B8E-4D25-9B1C-1084A97BDAED}"/>
              </a:ext>
            </a:extLst>
          </p:cNvPr>
          <p:cNvCxnSpPr>
            <a:cxnSpLocks/>
          </p:cNvCxnSpPr>
          <p:nvPr/>
        </p:nvCxnSpPr>
        <p:spPr>
          <a:xfrm flipH="1">
            <a:off x="5080884" y="636104"/>
            <a:ext cx="8540" cy="3579598"/>
          </a:xfrm>
          <a:prstGeom prst="lin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2DE1AA4F-AC09-4B74-BC0C-ADA500B56470}"/>
              </a:ext>
            </a:extLst>
          </p:cNvPr>
          <p:cNvSpPr/>
          <p:nvPr/>
        </p:nvSpPr>
        <p:spPr>
          <a:xfrm>
            <a:off x="4895942" y="3806999"/>
            <a:ext cx="373712" cy="373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137819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1187</TotalTime>
  <Words>63</Words>
  <Application>Microsoft Office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Josiah King</dc:creator>
  <cp:lastModifiedBy>Josiah King</cp:lastModifiedBy>
  <cp:revision>5</cp:revision>
  <dcterms:created xsi:type="dcterms:W3CDTF">2026-07-22T14:17:30Z</dcterms:created>
  <dcterms:modified xsi:type="dcterms:W3CDTF">2026-07-23T10:04:59Z</dcterms:modified>
</cp:coreProperties>
</file>