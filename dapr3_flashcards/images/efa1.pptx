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5668-2DE3-427E-8460-27F2E4BFE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FB297-0219-4B8E-B16E-4A277FDF6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5BC5B-E58C-4678-AF1B-D87B0041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3C222-9142-4495-84B9-4032CF367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1D47D-BD71-4993-A8B0-3522C398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90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6292-E8DC-46B5-8149-27EDD8A98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6C7F0-2DC1-4873-AC27-C2382FBA0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25539-D66D-411A-A069-33291D8A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737B7-63C8-4B59-8E2C-4CEFBC88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582DF-0542-413E-9B1E-CFA9E390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9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DC889-6511-4C0E-A574-283E81428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B58E3-9CCC-411A-8A5E-32B793686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FB5D8-D76C-434E-AD03-89C26BC89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9E1B1-9BB0-458F-917F-29592661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6CCCB-F7DE-47AF-BD2E-1274F26C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9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1049F-3F45-474C-97B5-F4640D3F8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C743E-14C3-4140-BC95-17E384FDC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0E384-A04A-462D-86FA-25702548B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FD5B6-0095-420A-91AC-C284F6D76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687ED-F7C9-483D-8861-FE64C5B5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B1B50-F37C-4B38-8D71-0E0AD01D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16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BB39-812C-49A1-975E-287F17637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948FA-780F-4218-9B83-353F69A63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730AD-1FD9-4194-BA65-B1BD4C47C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9425F-C92A-4ED2-892F-832B81DD7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ACAAE-B339-44E5-888E-25557B595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5C1F4E-CEB6-4A0F-8DF5-CB19458BB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4BFA21-61E3-458E-B063-35AD9932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66A839-E48A-45FE-AC19-3F3F48204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03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9394-E8C3-4C08-885D-5888AF45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A4BBB-4AB9-47CF-B504-9BDD833D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9B187-6203-400A-9095-239069522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91B13-EC72-4E9C-BEDE-46FFD95A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01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A6948C-CBCB-4EA8-969D-964C872E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D5F81-9D1B-47E0-A740-73FA8F7CC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A4B6E-FB7F-4628-90D4-98510EEE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33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A30F-2AC4-46EA-A584-937C8137E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D3F2F-E506-4966-9061-9BD4068DB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48CD6-F127-49D1-A1B1-7AA7A2951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8AB4E-DFE4-4D8C-BF41-050066D86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A9D06-3FF0-4C85-A710-D72A745A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13057-A83E-4F9C-B7DF-033C634D6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01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C4EF3-004F-4EB7-A7C5-EB312880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46447-BF74-4529-9F7E-ED775DB1A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EC511-17E8-4CDD-9823-58245A6CF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92E42-0ED1-4CD4-BC84-64CEFB82C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EF1CB-D222-43F7-9578-5E3EEA5A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6989B-07CC-407D-AFB5-B6BA7734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06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20FA-ED07-4454-AD78-8C455123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90895-B2DA-4A0A-B2E4-0E927AF99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2B0F7-1CFF-41D0-92BD-C1061980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23D83-EBF6-4D1A-8B8E-EC051077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A270D-9709-4DF1-94D7-FF2AA0EE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649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78407-E1B6-4001-AA33-3130096FB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75599-7DFC-415A-A552-5061EC6C4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11AF8-8780-43FF-ADCD-C124A5D3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E2B0E-DDE0-46DA-A54B-105F8FEBA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F1F99-BE7C-45D5-A0CA-CF3BE1FF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29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5216A2-FC91-4783-9EF2-C5308F581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ABF27-74A8-4CF0-AB76-16173AF40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51F83-385E-4EBA-BE27-3962D8098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62245-BD3A-4FAE-ABEA-1184EF96F6F8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EC085-2FCC-4B5B-89C3-F60C54337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9D191-41A7-43AE-B604-B540F0812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43F20-DB9D-4DB1-9A75-FC18CCC468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62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D95997-B80C-4647-B81A-EE0347C33074}"/>
              </a:ext>
            </a:extLst>
          </p:cNvPr>
          <p:cNvSpPr/>
          <p:nvPr/>
        </p:nvSpPr>
        <p:spPr>
          <a:xfrm>
            <a:off x="5643035" y="84665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E0C7A-13AF-4122-B0DE-00837914BAD3}"/>
              </a:ext>
            </a:extLst>
          </p:cNvPr>
          <p:cNvSpPr/>
          <p:nvPr/>
        </p:nvSpPr>
        <p:spPr>
          <a:xfrm>
            <a:off x="5634568" y="761999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26EDF6-AF8F-4057-9EA1-1F548ADC3779}"/>
              </a:ext>
            </a:extLst>
          </p:cNvPr>
          <p:cNvSpPr/>
          <p:nvPr/>
        </p:nvSpPr>
        <p:spPr>
          <a:xfrm>
            <a:off x="5634568" y="2116662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B707F6-3110-40A0-8013-0FF3EF76847C}"/>
              </a:ext>
            </a:extLst>
          </p:cNvPr>
          <p:cNvSpPr/>
          <p:nvPr/>
        </p:nvSpPr>
        <p:spPr>
          <a:xfrm>
            <a:off x="5634568" y="1439328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2CC0CD-8CE3-4152-8839-172D54B69EBF}"/>
              </a:ext>
            </a:extLst>
          </p:cNvPr>
          <p:cNvSpPr/>
          <p:nvPr/>
        </p:nvSpPr>
        <p:spPr>
          <a:xfrm>
            <a:off x="5634568" y="2793996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14348E-C97D-48C3-840B-1C43E0579970}"/>
              </a:ext>
            </a:extLst>
          </p:cNvPr>
          <p:cNvSpPr/>
          <p:nvPr/>
        </p:nvSpPr>
        <p:spPr>
          <a:xfrm>
            <a:off x="5634568" y="3471330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FAF4F-4665-4C47-869F-FCFD0669323C}"/>
              </a:ext>
            </a:extLst>
          </p:cNvPr>
          <p:cNvSpPr/>
          <p:nvPr/>
        </p:nvSpPr>
        <p:spPr>
          <a:xfrm>
            <a:off x="5634568" y="4148664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6AB9CE-1EEC-4A23-911C-96117098973A}"/>
              </a:ext>
            </a:extLst>
          </p:cNvPr>
          <p:cNvSpPr/>
          <p:nvPr/>
        </p:nvSpPr>
        <p:spPr>
          <a:xfrm>
            <a:off x="5634568" y="4825998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4E03D-8FD7-4847-8856-D8372188F6E5}"/>
              </a:ext>
            </a:extLst>
          </p:cNvPr>
          <p:cNvSpPr/>
          <p:nvPr/>
        </p:nvSpPr>
        <p:spPr>
          <a:xfrm>
            <a:off x="5634568" y="5503332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0A47E9-9971-4D15-989F-F06F2563F3F7}"/>
              </a:ext>
            </a:extLst>
          </p:cNvPr>
          <p:cNvSpPr/>
          <p:nvPr/>
        </p:nvSpPr>
        <p:spPr>
          <a:xfrm>
            <a:off x="5634568" y="6180666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Q10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78D6CB6-0636-45D3-B0FF-74334B9F3636}"/>
              </a:ext>
            </a:extLst>
          </p:cNvPr>
          <p:cNvSpPr/>
          <p:nvPr/>
        </p:nvSpPr>
        <p:spPr>
          <a:xfrm>
            <a:off x="1126066" y="2768596"/>
            <a:ext cx="2036233" cy="12784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Latent Factor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D5AC05-18C7-42C8-9B24-97773A0EF293}"/>
              </a:ext>
            </a:extLst>
          </p:cNvPr>
          <p:cNvCxnSpPr>
            <a:stCxn id="14" idx="6"/>
            <a:endCxn id="4" idx="1"/>
          </p:cNvCxnSpPr>
          <p:nvPr/>
        </p:nvCxnSpPr>
        <p:spPr>
          <a:xfrm flipV="1">
            <a:off x="3162299" y="372532"/>
            <a:ext cx="2480736" cy="30352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99489F-F080-4761-88FB-B245D9850E64}"/>
              </a:ext>
            </a:extLst>
          </p:cNvPr>
          <p:cNvCxnSpPr>
            <a:cxnSpLocks/>
            <a:stCxn id="14" idx="6"/>
            <a:endCxn id="5" idx="1"/>
          </p:cNvCxnSpPr>
          <p:nvPr/>
        </p:nvCxnSpPr>
        <p:spPr>
          <a:xfrm flipV="1">
            <a:off x="3162299" y="1049866"/>
            <a:ext cx="2472269" cy="23579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08B53F-F3FE-4442-8014-25555F4C5658}"/>
              </a:ext>
            </a:extLst>
          </p:cNvPr>
          <p:cNvCxnSpPr>
            <a:cxnSpLocks/>
            <a:stCxn id="14" idx="6"/>
            <a:endCxn id="7" idx="1"/>
          </p:cNvCxnSpPr>
          <p:nvPr/>
        </p:nvCxnSpPr>
        <p:spPr>
          <a:xfrm flipV="1">
            <a:off x="3162299" y="1727195"/>
            <a:ext cx="2472269" cy="16806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28F494-4E0E-430D-B5E2-63AE50168639}"/>
              </a:ext>
            </a:extLst>
          </p:cNvPr>
          <p:cNvCxnSpPr>
            <a:cxnSpLocks/>
            <a:stCxn id="14" idx="6"/>
            <a:endCxn id="6" idx="1"/>
          </p:cNvCxnSpPr>
          <p:nvPr/>
        </p:nvCxnSpPr>
        <p:spPr>
          <a:xfrm flipV="1">
            <a:off x="3162299" y="2404529"/>
            <a:ext cx="2472269" cy="10033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C5BF45-B770-4729-B89A-BC6E3C2382EE}"/>
              </a:ext>
            </a:extLst>
          </p:cNvPr>
          <p:cNvCxnSpPr>
            <a:cxnSpLocks/>
            <a:stCxn id="14" idx="6"/>
            <a:endCxn id="8" idx="1"/>
          </p:cNvCxnSpPr>
          <p:nvPr/>
        </p:nvCxnSpPr>
        <p:spPr>
          <a:xfrm flipV="1">
            <a:off x="3162299" y="3081863"/>
            <a:ext cx="2472269" cy="3259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03E4DD-AF40-4BDC-A7BD-AC173628EE9A}"/>
              </a:ext>
            </a:extLst>
          </p:cNvPr>
          <p:cNvCxnSpPr>
            <a:cxnSpLocks/>
            <a:stCxn id="14" idx="6"/>
            <a:endCxn id="9" idx="1"/>
          </p:cNvCxnSpPr>
          <p:nvPr/>
        </p:nvCxnSpPr>
        <p:spPr>
          <a:xfrm>
            <a:off x="3162299" y="3407830"/>
            <a:ext cx="2472269" cy="3513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F4B5DF7-991F-45F8-A0C8-6EA9825B2C76}"/>
              </a:ext>
            </a:extLst>
          </p:cNvPr>
          <p:cNvCxnSpPr>
            <a:cxnSpLocks/>
            <a:stCxn id="14" idx="6"/>
            <a:endCxn id="10" idx="1"/>
          </p:cNvCxnSpPr>
          <p:nvPr/>
        </p:nvCxnSpPr>
        <p:spPr>
          <a:xfrm>
            <a:off x="3162299" y="3407830"/>
            <a:ext cx="2472269" cy="10287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440483-6FC6-4863-BF3B-4B55FA2CB58B}"/>
              </a:ext>
            </a:extLst>
          </p:cNvPr>
          <p:cNvCxnSpPr>
            <a:cxnSpLocks/>
            <a:stCxn id="14" idx="6"/>
            <a:endCxn id="11" idx="1"/>
          </p:cNvCxnSpPr>
          <p:nvPr/>
        </p:nvCxnSpPr>
        <p:spPr>
          <a:xfrm>
            <a:off x="3162299" y="3407830"/>
            <a:ext cx="2472269" cy="17060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6C07AE-9C21-408D-A69A-A35A85A60F79}"/>
              </a:ext>
            </a:extLst>
          </p:cNvPr>
          <p:cNvCxnSpPr>
            <a:cxnSpLocks/>
            <a:stCxn id="14" idx="6"/>
            <a:endCxn id="12" idx="1"/>
          </p:cNvCxnSpPr>
          <p:nvPr/>
        </p:nvCxnSpPr>
        <p:spPr>
          <a:xfrm>
            <a:off x="3162299" y="3407830"/>
            <a:ext cx="2472269" cy="23833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7E1297A-3A01-461C-8BED-C3DF44ACC635}"/>
              </a:ext>
            </a:extLst>
          </p:cNvPr>
          <p:cNvCxnSpPr>
            <a:cxnSpLocks/>
            <a:stCxn id="14" idx="6"/>
            <a:endCxn id="13" idx="1"/>
          </p:cNvCxnSpPr>
          <p:nvPr/>
        </p:nvCxnSpPr>
        <p:spPr>
          <a:xfrm>
            <a:off x="3162299" y="3407830"/>
            <a:ext cx="2472269" cy="30607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7B90EC4-703E-4148-A7F9-922842B46347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6223000" y="372532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5239181-756C-4C6B-9360-F7E05BDF3D2C}"/>
              </a:ext>
            </a:extLst>
          </p:cNvPr>
          <p:cNvSpPr/>
          <p:nvPr/>
        </p:nvSpPr>
        <p:spPr>
          <a:xfrm>
            <a:off x="6553200" y="122766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1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AF22BFB6-43D9-4FEF-80B8-F5B05FC460D6}"/>
              </a:ext>
            </a:extLst>
          </p:cNvPr>
          <p:cNvCxnSpPr>
            <a:cxnSpLocks/>
            <a:stCxn id="47" idx="7"/>
            <a:endCxn id="47" idx="6"/>
          </p:cNvCxnSpPr>
          <p:nvPr/>
        </p:nvCxnSpPr>
        <p:spPr>
          <a:xfrm rot="16200000" flipH="1">
            <a:off x="6927849" y="247649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B71BC40-3117-48F1-963D-B15249A9CECB}"/>
              </a:ext>
            </a:extLst>
          </p:cNvPr>
          <p:cNvCxnSpPr>
            <a:cxnSpLocks/>
            <a:stCxn id="78" idx="2"/>
          </p:cNvCxnSpPr>
          <p:nvPr/>
        </p:nvCxnSpPr>
        <p:spPr>
          <a:xfrm flipH="1">
            <a:off x="6223000" y="1042585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875A9DE6-573C-4F6D-A969-6F04589D7FD8}"/>
              </a:ext>
            </a:extLst>
          </p:cNvPr>
          <p:cNvSpPr/>
          <p:nvPr/>
        </p:nvSpPr>
        <p:spPr>
          <a:xfrm>
            <a:off x="6553200" y="792819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2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334763CD-B173-434B-9E44-0047FD001D92}"/>
              </a:ext>
            </a:extLst>
          </p:cNvPr>
          <p:cNvCxnSpPr>
            <a:cxnSpLocks/>
            <a:stCxn id="78" idx="7"/>
            <a:endCxn id="78" idx="6"/>
          </p:cNvCxnSpPr>
          <p:nvPr/>
        </p:nvCxnSpPr>
        <p:spPr>
          <a:xfrm rot="16200000" flipH="1">
            <a:off x="6927849" y="917702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16F8DF6-DFED-4DE1-8F90-73313DB94849}"/>
              </a:ext>
            </a:extLst>
          </p:cNvPr>
          <p:cNvCxnSpPr>
            <a:cxnSpLocks/>
            <a:stCxn id="81" idx="2"/>
          </p:cNvCxnSpPr>
          <p:nvPr/>
        </p:nvCxnSpPr>
        <p:spPr>
          <a:xfrm flipH="1">
            <a:off x="6223000" y="1712638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4F14B939-148F-48FF-81CD-C2B40C8687A8}"/>
              </a:ext>
            </a:extLst>
          </p:cNvPr>
          <p:cNvSpPr/>
          <p:nvPr/>
        </p:nvSpPr>
        <p:spPr>
          <a:xfrm>
            <a:off x="6553200" y="1462872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3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DAF39B15-83FB-4006-A3AF-A70D239AABE4}"/>
              </a:ext>
            </a:extLst>
          </p:cNvPr>
          <p:cNvCxnSpPr>
            <a:cxnSpLocks/>
            <a:stCxn id="81" idx="7"/>
            <a:endCxn id="81" idx="6"/>
          </p:cNvCxnSpPr>
          <p:nvPr/>
        </p:nvCxnSpPr>
        <p:spPr>
          <a:xfrm rot="16200000" flipH="1">
            <a:off x="6927849" y="1587755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377D94E-2893-45DA-9BD9-90183267E63C}"/>
              </a:ext>
            </a:extLst>
          </p:cNvPr>
          <p:cNvCxnSpPr>
            <a:cxnSpLocks/>
            <a:stCxn id="84" idx="2"/>
          </p:cNvCxnSpPr>
          <p:nvPr/>
        </p:nvCxnSpPr>
        <p:spPr>
          <a:xfrm flipH="1">
            <a:off x="6222999" y="2404529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2FEE133A-391F-4506-816E-DF83EF88AD2B}"/>
              </a:ext>
            </a:extLst>
          </p:cNvPr>
          <p:cNvSpPr/>
          <p:nvPr/>
        </p:nvSpPr>
        <p:spPr>
          <a:xfrm>
            <a:off x="6553199" y="2154763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4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C0E26DC0-E28F-4F37-84F6-0541AD24D148}"/>
              </a:ext>
            </a:extLst>
          </p:cNvPr>
          <p:cNvCxnSpPr>
            <a:cxnSpLocks/>
            <a:stCxn id="84" idx="7"/>
            <a:endCxn id="84" idx="6"/>
          </p:cNvCxnSpPr>
          <p:nvPr/>
        </p:nvCxnSpPr>
        <p:spPr>
          <a:xfrm rot="16200000" flipH="1">
            <a:off x="6927848" y="2279646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50C81C0-FD38-4242-8070-C449FAD35D89}"/>
              </a:ext>
            </a:extLst>
          </p:cNvPr>
          <p:cNvCxnSpPr>
            <a:cxnSpLocks/>
            <a:stCxn id="87" idx="2"/>
          </p:cNvCxnSpPr>
          <p:nvPr/>
        </p:nvCxnSpPr>
        <p:spPr>
          <a:xfrm flipH="1">
            <a:off x="6222998" y="3071277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5A6BD3F8-2FAB-46DA-BF6D-2BAD0616BED0}"/>
              </a:ext>
            </a:extLst>
          </p:cNvPr>
          <p:cNvSpPr/>
          <p:nvPr/>
        </p:nvSpPr>
        <p:spPr>
          <a:xfrm>
            <a:off x="6553198" y="2821511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5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0B69C586-B5D9-4EB0-B893-B9F0B9CD9C49}"/>
              </a:ext>
            </a:extLst>
          </p:cNvPr>
          <p:cNvCxnSpPr>
            <a:cxnSpLocks/>
            <a:stCxn id="87" idx="7"/>
            <a:endCxn id="87" idx="6"/>
          </p:cNvCxnSpPr>
          <p:nvPr/>
        </p:nvCxnSpPr>
        <p:spPr>
          <a:xfrm rot="16200000" flipH="1">
            <a:off x="6927847" y="2946394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C9A03F8-D1EE-453F-8E4F-A0F5440406A0}"/>
              </a:ext>
            </a:extLst>
          </p:cNvPr>
          <p:cNvCxnSpPr>
            <a:cxnSpLocks/>
            <a:stCxn id="90" idx="2"/>
          </p:cNvCxnSpPr>
          <p:nvPr/>
        </p:nvCxnSpPr>
        <p:spPr>
          <a:xfrm flipH="1">
            <a:off x="6222998" y="3759197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3EF73003-6228-41B4-B978-62B152DCCC35}"/>
              </a:ext>
            </a:extLst>
          </p:cNvPr>
          <p:cNvSpPr/>
          <p:nvPr/>
        </p:nvSpPr>
        <p:spPr>
          <a:xfrm>
            <a:off x="6553198" y="3509431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6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D9502D7C-A1E1-43B4-952A-161149DF3190}"/>
              </a:ext>
            </a:extLst>
          </p:cNvPr>
          <p:cNvCxnSpPr>
            <a:cxnSpLocks/>
            <a:stCxn id="90" idx="7"/>
            <a:endCxn id="90" idx="6"/>
          </p:cNvCxnSpPr>
          <p:nvPr/>
        </p:nvCxnSpPr>
        <p:spPr>
          <a:xfrm rot="16200000" flipH="1">
            <a:off x="6927847" y="3634314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96067FE-0EF7-447C-B67A-04E707CBBFC0}"/>
              </a:ext>
            </a:extLst>
          </p:cNvPr>
          <p:cNvCxnSpPr>
            <a:cxnSpLocks/>
            <a:stCxn id="93" idx="2"/>
          </p:cNvCxnSpPr>
          <p:nvPr/>
        </p:nvCxnSpPr>
        <p:spPr>
          <a:xfrm flipH="1">
            <a:off x="6222997" y="4429915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63DDEC8E-5CF2-4EF2-9F79-607B1BCD33DE}"/>
              </a:ext>
            </a:extLst>
          </p:cNvPr>
          <p:cNvSpPr/>
          <p:nvPr/>
        </p:nvSpPr>
        <p:spPr>
          <a:xfrm>
            <a:off x="6553197" y="4180149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7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FF77D274-E14C-416A-92D9-6BE4F8FE8AF3}"/>
              </a:ext>
            </a:extLst>
          </p:cNvPr>
          <p:cNvCxnSpPr>
            <a:cxnSpLocks/>
            <a:stCxn id="93" idx="7"/>
            <a:endCxn id="93" idx="6"/>
          </p:cNvCxnSpPr>
          <p:nvPr/>
        </p:nvCxnSpPr>
        <p:spPr>
          <a:xfrm rot="16200000" flipH="1">
            <a:off x="6927846" y="4305032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A1CE4CC-24BE-41A8-9298-49C56516A099}"/>
              </a:ext>
            </a:extLst>
          </p:cNvPr>
          <p:cNvCxnSpPr>
            <a:cxnSpLocks/>
            <a:stCxn id="96" idx="2"/>
          </p:cNvCxnSpPr>
          <p:nvPr/>
        </p:nvCxnSpPr>
        <p:spPr>
          <a:xfrm flipH="1">
            <a:off x="6222997" y="5121805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2DBB904C-6B79-43B0-A8B4-2BBB9FA7E132}"/>
              </a:ext>
            </a:extLst>
          </p:cNvPr>
          <p:cNvSpPr/>
          <p:nvPr/>
        </p:nvSpPr>
        <p:spPr>
          <a:xfrm>
            <a:off x="6553197" y="4872039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8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9805FB0A-5D8B-449F-BB8D-A19432CAE97E}"/>
              </a:ext>
            </a:extLst>
          </p:cNvPr>
          <p:cNvCxnSpPr>
            <a:cxnSpLocks/>
            <a:stCxn id="96" idx="7"/>
            <a:endCxn id="96" idx="6"/>
          </p:cNvCxnSpPr>
          <p:nvPr/>
        </p:nvCxnSpPr>
        <p:spPr>
          <a:xfrm rot="16200000" flipH="1">
            <a:off x="6927846" y="4996922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78E5EB8-BC4B-4AF2-B164-969439429775}"/>
              </a:ext>
            </a:extLst>
          </p:cNvPr>
          <p:cNvCxnSpPr>
            <a:cxnSpLocks/>
            <a:stCxn id="99" idx="2"/>
          </p:cNvCxnSpPr>
          <p:nvPr/>
        </p:nvCxnSpPr>
        <p:spPr>
          <a:xfrm flipH="1">
            <a:off x="6222996" y="5792116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7E723720-9086-45EC-92EE-66B4808C4F0E}"/>
              </a:ext>
            </a:extLst>
          </p:cNvPr>
          <p:cNvSpPr/>
          <p:nvPr/>
        </p:nvSpPr>
        <p:spPr>
          <a:xfrm>
            <a:off x="6553196" y="5542350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9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36BD69FE-F1FB-4DD2-A95B-26FAF41674A0}"/>
              </a:ext>
            </a:extLst>
          </p:cNvPr>
          <p:cNvCxnSpPr>
            <a:cxnSpLocks/>
            <a:stCxn id="99" idx="7"/>
            <a:endCxn id="99" idx="6"/>
          </p:cNvCxnSpPr>
          <p:nvPr/>
        </p:nvCxnSpPr>
        <p:spPr>
          <a:xfrm rot="16200000" flipH="1">
            <a:off x="6927845" y="5667233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68BAC6A-DD2C-4C5F-B7EE-37C1BF5CCFA7}"/>
              </a:ext>
            </a:extLst>
          </p:cNvPr>
          <p:cNvCxnSpPr>
            <a:cxnSpLocks/>
            <a:stCxn id="102" idx="2"/>
          </p:cNvCxnSpPr>
          <p:nvPr/>
        </p:nvCxnSpPr>
        <p:spPr>
          <a:xfrm flipH="1">
            <a:off x="6239923" y="6485468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A7B8BF4A-5F69-429F-BF32-F2B0D652A852}"/>
              </a:ext>
            </a:extLst>
          </p:cNvPr>
          <p:cNvSpPr/>
          <p:nvPr/>
        </p:nvSpPr>
        <p:spPr>
          <a:xfrm>
            <a:off x="6570123" y="6235702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1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5F8E76FA-B475-4BF7-84A5-40D46E0CD1A4}"/>
              </a:ext>
            </a:extLst>
          </p:cNvPr>
          <p:cNvCxnSpPr>
            <a:cxnSpLocks/>
            <a:stCxn id="102" idx="7"/>
            <a:endCxn id="102" idx="6"/>
          </p:cNvCxnSpPr>
          <p:nvPr/>
        </p:nvCxnSpPr>
        <p:spPr>
          <a:xfrm rot="16200000" flipH="1">
            <a:off x="6944772" y="6360585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024662A-7F57-44D9-A240-B83B113B496C}"/>
              </a:ext>
            </a:extLst>
          </p:cNvPr>
          <p:cNvSpPr txBox="1"/>
          <p:nvPr/>
        </p:nvSpPr>
        <p:spPr>
          <a:xfrm>
            <a:off x="6802962" y="6332439"/>
            <a:ext cx="5757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aseline="-25000" dirty="0"/>
              <a:t>0</a:t>
            </a:r>
            <a:endParaRPr lang="en-GB" sz="1400" dirty="0"/>
          </a:p>
        </p:txBody>
      </p:sp>
      <p:cxnSp>
        <p:nvCxnSpPr>
          <p:cNvPr id="110" name="Connector: Curved 109">
            <a:extLst>
              <a:ext uri="{FF2B5EF4-FFF2-40B4-BE49-F238E27FC236}">
                <a16:creationId xmlns:a16="http://schemas.microsoft.com/office/drawing/2014/main" id="{71552096-564F-4823-8457-EE5CCF58CEE7}"/>
              </a:ext>
            </a:extLst>
          </p:cNvPr>
          <p:cNvCxnSpPr>
            <a:cxnSpLocks/>
            <a:stCxn id="14" idx="2"/>
            <a:endCxn id="14" idx="1"/>
          </p:cNvCxnSpPr>
          <p:nvPr/>
        </p:nvCxnSpPr>
        <p:spPr>
          <a:xfrm rot="10800000" flipH="1">
            <a:off x="1126065" y="2955824"/>
            <a:ext cx="298199" cy="452007"/>
          </a:xfrm>
          <a:prstGeom prst="curvedConnector4">
            <a:avLst>
              <a:gd name="adj1" fmla="val -99019"/>
              <a:gd name="adj2" fmla="val 143529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289E5DE-7C4D-4DA9-AF9F-7FD5BBBFCB46}"/>
              </a:ext>
            </a:extLst>
          </p:cNvPr>
          <p:cNvSpPr txBox="1"/>
          <p:nvPr/>
        </p:nvSpPr>
        <p:spPr>
          <a:xfrm>
            <a:off x="4771824" y="865974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baseline="-250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88BAE3-320B-423B-9FBA-BB6CA256A525}"/>
              </a:ext>
            </a:extLst>
          </p:cNvPr>
          <p:cNvSpPr txBox="1"/>
          <p:nvPr/>
        </p:nvSpPr>
        <p:spPr>
          <a:xfrm>
            <a:off x="4787071" y="1462872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sz="1800" baseline="-25000" dirty="0">
                <a:solidFill>
                  <a:schemeClr val="tx1"/>
                </a:solidFill>
              </a:rPr>
              <a:t>2</a:t>
            </a:r>
            <a:endParaRPr lang="en-GB" baseline="-25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E99F29-C735-4081-9B30-44521298D355}"/>
              </a:ext>
            </a:extLst>
          </p:cNvPr>
          <p:cNvSpPr txBox="1"/>
          <p:nvPr/>
        </p:nvSpPr>
        <p:spPr>
          <a:xfrm>
            <a:off x="4771824" y="1943251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sz="1800" baseline="-25000" dirty="0">
                <a:solidFill>
                  <a:schemeClr val="tx1"/>
                </a:solidFill>
              </a:rPr>
              <a:t>3</a:t>
            </a:r>
            <a:endParaRPr lang="en-GB" baseline="-25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ACA35A-1A0B-407E-AB10-A9FF8596F07A}"/>
              </a:ext>
            </a:extLst>
          </p:cNvPr>
          <p:cNvSpPr txBox="1"/>
          <p:nvPr/>
        </p:nvSpPr>
        <p:spPr>
          <a:xfrm>
            <a:off x="4758960" y="2481892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sz="1800" baseline="-25000" dirty="0">
                <a:solidFill>
                  <a:schemeClr val="tx1"/>
                </a:solidFill>
              </a:rPr>
              <a:t>4</a:t>
            </a:r>
            <a:endParaRPr lang="en-GB" baseline="-25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D37E95-79C6-433F-BB23-0FF40B7BF285}"/>
              </a:ext>
            </a:extLst>
          </p:cNvPr>
          <p:cNvSpPr txBox="1"/>
          <p:nvPr/>
        </p:nvSpPr>
        <p:spPr>
          <a:xfrm>
            <a:off x="4740340" y="2967615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sz="1800" baseline="-25000" dirty="0">
                <a:solidFill>
                  <a:schemeClr val="tx1"/>
                </a:solidFill>
              </a:rPr>
              <a:t>5</a:t>
            </a:r>
            <a:endParaRPr lang="en-GB" baseline="-25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59D68D-5F1D-4A21-9A04-FA3F4F38CF91}"/>
              </a:ext>
            </a:extLst>
          </p:cNvPr>
          <p:cNvSpPr txBox="1"/>
          <p:nvPr/>
        </p:nvSpPr>
        <p:spPr>
          <a:xfrm>
            <a:off x="4740340" y="3439220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sz="1800" baseline="-25000" dirty="0">
                <a:solidFill>
                  <a:schemeClr val="tx1"/>
                </a:solidFill>
              </a:rPr>
              <a:t>6</a:t>
            </a:r>
            <a:endParaRPr lang="en-GB" baseline="-25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70DC2A-EEAC-471E-8CC5-4393935241F8}"/>
              </a:ext>
            </a:extLst>
          </p:cNvPr>
          <p:cNvSpPr txBox="1"/>
          <p:nvPr/>
        </p:nvSpPr>
        <p:spPr>
          <a:xfrm>
            <a:off x="4744575" y="3963998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sz="1800" baseline="-25000" dirty="0">
                <a:solidFill>
                  <a:schemeClr val="tx1"/>
                </a:solidFill>
              </a:rPr>
              <a:t>7</a:t>
            </a:r>
            <a:endParaRPr lang="en-GB" baseline="-25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2781B6-F53B-421C-83FA-D5EE69F56080}"/>
              </a:ext>
            </a:extLst>
          </p:cNvPr>
          <p:cNvSpPr txBox="1"/>
          <p:nvPr/>
        </p:nvSpPr>
        <p:spPr>
          <a:xfrm>
            <a:off x="4734259" y="4395799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sz="1800" baseline="-25000" dirty="0">
                <a:solidFill>
                  <a:schemeClr val="tx1"/>
                </a:solidFill>
              </a:rPr>
              <a:t>8</a:t>
            </a:r>
            <a:endParaRPr lang="en-GB" baseline="-25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CEC7A1-DCE8-4006-877A-8D84803602D7}"/>
              </a:ext>
            </a:extLst>
          </p:cNvPr>
          <p:cNvSpPr txBox="1"/>
          <p:nvPr/>
        </p:nvSpPr>
        <p:spPr>
          <a:xfrm>
            <a:off x="4734259" y="4884735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sz="1800" baseline="-25000" dirty="0">
                <a:solidFill>
                  <a:schemeClr val="tx1"/>
                </a:solidFill>
              </a:rPr>
              <a:t>9</a:t>
            </a:r>
            <a:endParaRPr lang="en-GB" baseline="-25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248590-584E-4B69-938E-4B750527C20F}"/>
              </a:ext>
            </a:extLst>
          </p:cNvPr>
          <p:cNvSpPr txBox="1"/>
          <p:nvPr/>
        </p:nvSpPr>
        <p:spPr>
          <a:xfrm>
            <a:off x="4732413" y="5565801"/>
            <a:ext cx="519846" cy="369332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800" dirty="0">
                <a:solidFill>
                  <a:schemeClr val="tx1"/>
                </a:solidFill>
              </a:rPr>
              <a:t>λ</a:t>
            </a:r>
            <a:r>
              <a:rPr lang="en-GB" baseline="-25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60641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D95997-B80C-4647-B81A-EE0347C33074}"/>
              </a:ext>
            </a:extLst>
          </p:cNvPr>
          <p:cNvSpPr/>
          <p:nvPr/>
        </p:nvSpPr>
        <p:spPr>
          <a:xfrm>
            <a:off x="5643035" y="84665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E0C7A-13AF-4122-B0DE-00837914BAD3}"/>
              </a:ext>
            </a:extLst>
          </p:cNvPr>
          <p:cNvSpPr/>
          <p:nvPr/>
        </p:nvSpPr>
        <p:spPr>
          <a:xfrm>
            <a:off x="5634568" y="761999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26EDF6-AF8F-4057-9EA1-1F548ADC3779}"/>
              </a:ext>
            </a:extLst>
          </p:cNvPr>
          <p:cNvSpPr/>
          <p:nvPr/>
        </p:nvSpPr>
        <p:spPr>
          <a:xfrm>
            <a:off x="5634568" y="2116662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B707F6-3110-40A0-8013-0FF3EF76847C}"/>
              </a:ext>
            </a:extLst>
          </p:cNvPr>
          <p:cNvSpPr/>
          <p:nvPr/>
        </p:nvSpPr>
        <p:spPr>
          <a:xfrm>
            <a:off x="5634568" y="1439328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2CC0CD-8CE3-4152-8839-172D54B69EBF}"/>
              </a:ext>
            </a:extLst>
          </p:cNvPr>
          <p:cNvSpPr/>
          <p:nvPr/>
        </p:nvSpPr>
        <p:spPr>
          <a:xfrm>
            <a:off x="5634568" y="2793996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14348E-C97D-48C3-840B-1C43E0579970}"/>
              </a:ext>
            </a:extLst>
          </p:cNvPr>
          <p:cNvSpPr/>
          <p:nvPr/>
        </p:nvSpPr>
        <p:spPr>
          <a:xfrm>
            <a:off x="5634568" y="3471330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EFAF4F-4665-4C47-869F-FCFD0669323C}"/>
              </a:ext>
            </a:extLst>
          </p:cNvPr>
          <p:cNvSpPr/>
          <p:nvPr/>
        </p:nvSpPr>
        <p:spPr>
          <a:xfrm>
            <a:off x="5634568" y="4148664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6AB9CE-1EEC-4A23-911C-96117098973A}"/>
              </a:ext>
            </a:extLst>
          </p:cNvPr>
          <p:cNvSpPr/>
          <p:nvPr/>
        </p:nvSpPr>
        <p:spPr>
          <a:xfrm>
            <a:off x="5634568" y="4825998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4E03D-8FD7-4847-8856-D8372188F6E5}"/>
              </a:ext>
            </a:extLst>
          </p:cNvPr>
          <p:cNvSpPr/>
          <p:nvPr/>
        </p:nvSpPr>
        <p:spPr>
          <a:xfrm>
            <a:off x="5634568" y="5503332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0A47E9-9971-4D15-989F-F06F2563F3F7}"/>
              </a:ext>
            </a:extLst>
          </p:cNvPr>
          <p:cNvSpPr/>
          <p:nvPr/>
        </p:nvSpPr>
        <p:spPr>
          <a:xfrm>
            <a:off x="5634568" y="6180666"/>
            <a:ext cx="575734" cy="57573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Q10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78D6CB6-0636-45D3-B0FF-74334B9F3636}"/>
              </a:ext>
            </a:extLst>
          </p:cNvPr>
          <p:cNvSpPr/>
          <p:nvPr/>
        </p:nvSpPr>
        <p:spPr>
          <a:xfrm>
            <a:off x="999066" y="1008304"/>
            <a:ext cx="2036233" cy="12784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Latent Factor 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D5AC05-18C7-42C8-9B24-97773A0EF293}"/>
              </a:ext>
            </a:extLst>
          </p:cNvPr>
          <p:cNvCxnSpPr>
            <a:stCxn id="14" idx="6"/>
            <a:endCxn id="4" idx="1"/>
          </p:cNvCxnSpPr>
          <p:nvPr/>
        </p:nvCxnSpPr>
        <p:spPr>
          <a:xfrm flipV="1">
            <a:off x="3035299" y="372532"/>
            <a:ext cx="2607736" cy="12750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99489F-F080-4761-88FB-B245D9850E64}"/>
              </a:ext>
            </a:extLst>
          </p:cNvPr>
          <p:cNvCxnSpPr>
            <a:cxnSpLocks/>
            <a:stCxn id="14" idx="6"/>
            <a:endCxn id="5" idx="1"/>
          </p:cNvCxnSpPr>
          <p:nvPr/>
        </p:nvCxnSpPr>
        <p:spPr>
          <a:xfrm flipV="1">
            <a:off x="3035299" y="1049866"/>
            <a:ext cx="2599269" cy="5976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08B53F-F3FE-4442-8014-25555F4C5658}"/>
              </a:ext>
            </a:extLst>
          </p:cNvPr>
          <p:cNvCxnSpPr>
            <a:cxnSpLocks/>
            <a:stCxn id="14" idx="6"/>
            <a:endCxn id="7" idx="1"/>
          </p:cNvCxnSpPr>
          <p:nvPr/>
        </p:nvCxnSpPr>
        <p:spPr>
          <a:xfrm>
            <a:off x="3035299" y="1647538"/>
            <a:ext cx="2599269" cy="796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28F494-4E0E-430D-B5E2-63AE50168639}"/>
              </a:ext>
            </a:extLst>
          </p:cNvPr>
          <p:cNvCxnSpPr>
            <a:cxnSpLocks/>
            <a:stCxn id="14" idx="6"/>
            <a:endCxn id="6" idx="1"/>
          </p:cNvCxnSpPr>
          <p:nvPr/>
        </p:nvCxnSpPr>
        <p:spPr>
          <a:xfrm>
            <a:off x="3035299" y="1647538"/>
            <a:ext cx="2599269" cy="7569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C5BF45-B770-4729-B89A-BC6E3C2382EE}"/>
              </a:ext>
            </a:extLst>
          </p:cNvPr>
          <p:cNvCxnSpPr>
            <a:cxnSpLocks/>
            <a:stCxn id="14" idx="6"/>
            <a:endCxn id="8" idx="1"/>
          </p:cNvCxnSpPr>
          <p:nvPr/>
        </p:nvCxnSpPr>
        <p:spPr>
          <a:xfrm>
            <a:off x="3035299" y="1647538"/>
            <a:ext cx="2599269" cy="1434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103E4DD-AF40-4BDC-A7BD-AC173628EE9A}"/>
              </a:ext>
            </a:extLst>
          </p:cNvPr>
          <p:cNvCxnSpPr>
            <a:cxnSpLocks/>
            <a:stCxn id="14" idx="6"/>
            <a:endCxn id="9" idx="1"/>
          </p:cNvCxnSpPr>
          <p:nvPr/>
        </p:nvCxnSpPr>
        <p:spPr>
          <a:xfrm>
            <a:off x="3035299" y="1647538"/>
            <a:ext cx="2599269" cy="21116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F4B5DF7-991F-45F8-A0C8-6EA9825B2C76}"/>
              </a:ext>
            </a:extLst>
          </p:cNvPr>
          <p:cNvCxnSpPr>
            <a:cxnSpLocks/>
            <a:stCxn id="14" idx="6"/>
            <a:endCxn id="10" idx="1"/>
          </p:cNvCxnSpPr>
          <p:nvPr/>
        </p:nvCxnSpPr>
        <p:spPr>
          <a:xfrm>
            <a:off x="3035299" y="1647538"/>
            <a:ext cx="2599269" cy="27889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440483-6FC6-4863-BF3B-4B55FA2CB58B}"/>
              </a:ext>
            </a:extLst>
          </p:cNvPr>
          <p:cNvCxnSpPr>
            <a:cxnSpLocks/>
            <a:stCxn id="14" idx="6"/>
            <a:endCxn id="11" idx="1"/>
          </p:cNvCxnSpPr>
          <p:nvPr/>
        </p:nvCxnSpPr>
        <p:spPr>
          <a:xfrm>
            <a:off x="3035299" y="1647538"/>
            <a:ext cx="2599269" cy="34663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6C07AE-9C21-408D-A69A-A35A85A60F79}"/>
              </a:ext>
            </a:extLst>
          </p:cNvPr>
          <p:cNvCxnSpPr>
            <a:cxnSpLocks/>
            <a:stCxn id="14" idx="6"/>
            <a:endCxn id="12" idx="1"/>
          </p:cNvCxnSpPr>
          <p:nvPr/>
        </p:nvCxnSpPr>
        <p:spPr>
          <a:xfrm>
            <a:off x="3035299" y="1647538"/>
            <a:ext cx="2599269" cy="4143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7E1297A-3A01-461C-8BED-C3DF44ACC635}"/>
              </a:ext>
            </a:extLst>
          </p:cNvPr>
          <p:cNvCxnSpPr>
            <a:cxnSpLocks/>
            <a:stCxn id="14" idx="6"/>
            <a:endCxn id="13" idx="1"/>
          </p:cNvCxnSpPr>
          <p:nvPr/>
        </p:nvCxnSpPr>
        <p:spPr>
          <a:xfrm>
            <a:off x="3035299" y="1647538"/>
            <a:ext cx="2599269" cy="48209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7B90EC4-703E-4148-A7F9-922842B46347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6223000" y="372532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5239181-756C-4C6B-9360-F7E05BDF3D2C}"/>
              </a:ext>
            </a:extLst>
          </p:cNvPr>
          <p:cNvSpPr/>
          <p:nvPr/>
        </p:nvSpPr>
        <p:spPr>
          <a:xfrm>
            <a:off x="6553200" y="122766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1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AF22BFB6-43D9-4FEF-80B8-F5B05FC460D6}"/>
              </a:ext>
            </a:extLst>
          </p:cNvPr>
          <p:cNvCxnSpPr>
            <a:cxnSpLocks/>
            <a:stCxn id="47" idx="7"/>
            <a:endCxn id="47" idx="6"/>
          </p:cNvCxnSpPr>
          <p:nvPr/>
        </p:nvCxnSpPr>
        <p:spPr>
          <a:xfrm rot="16200000" flipH="1">
            <a:off x="6927849" y="247649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B71BC40-3117-48F1-963D-B15249A9CECB}"/>
              </a:ext>
            </a:extLst>
          </p:cNvPr>
          <p:cNvCxnSpPr>
            <a:cxnSpLocks/>
            <a:stCxn id="78" idx="2"/>
          </p:cNvCxnSpPr>
          <p:nvPr/>
        </p:nvCxnSpPr>
        <p:spPr>
          <a:xfrm flipH="1">
            <a:off x="6223000" y="1042585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875A9DE6-573C-4F6D-A969-6F04589D7FD8}"/>
              </a:ext>
            </a:extLst>
          </p:cNvPr>
          <p:cNvSpPr/>
          <p:nvPr/>
        </p:nvSpPr>
        <p:spPr>
          <a:xfrm>
            <a:off x="6553200" y="792819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2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334763CD-B173-434B-9E44-0047FD001D92}"/>
              </a:ext>
            </a:extLst>
          </p:cNvPr>
          <p:cNvCxnSpPr>
            <a:cxnSpLocks/>
            <a:stCxn id="78" idx="7"/>
            <a:endCxn id="78" idx="6"/>
          </p:cNvCxnSpPr>
          <p:nvPr/>
        </p:nvCxnSpPr>
        <p:spPr>
          <a:xfrm rot="16200000" flipH="1">
            <a:off x="6927849" y="917702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16F8DF6-DFED-4DE1-8F90-73313DB94849}"/>
              </a:ext>
            </a:extLst>
          </p:cNvPr>
          <p:cNvCxnSpPr>
            <a:cxnSpLocks/>
            <a:stCxn id="81" idx="2"/>
          </p:cNvCxnSpPr>
          <p:nvPr/>
        </p:nvCxnSpPr>
        <p:spPr>
          <a:xfrm flipH="1">
            <a:off x="6223000" y="1712638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4F14B939-148F-48FF-81CD-C2B40C8687A8}"/>
              </a:ext>
            </a:extLst>
          </p:cNvPr>
          <p:cNvSpPr/>
          <p:nvPr/>
        </p:nvSpPr>
        <p:spPr>
          <a:xfrm>
            <a:off x="6553200" y="1462872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3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82" name="Connector: Curved 81">
            <a:extLst>
              <a:ext uri="{FF2B5EF4-FFF2-40B4-BE49-F238E27FC236}">
                <a16:creationId xmlns:a16="http://schemas.microsoft.com/office/drawing/2014/main" id="{DAF39B15-83FB-4006-A3AF-A70D239AABE4}"/>
              </a:ext>
            </a:extLst>
          </p:cNvPr>
          <p:cNvCxnSpPr>
            <a:cxnSpLocks/>
            <a:stCxn id="81" idx="7"/>
            <a:endCxn id="81" idx="6"/>
          </p:cNvCxnSpPr>
          <p:nvPr/>
        </p:nvCxnSpPr>
        <p:spPr>
          <a:xfrm rot="16200000" flipH="1">
            <a:off x="6927849" y="1587755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377D94E-2893-45DA-9BD9-90183267E63C}"/>
              </a:ext>
            </a:extLst>
          </p:cNvPr>
          <p:cNvCxnSpPr>
            <a:cxnSpLocks/>
            <a:stCxn id="84" idx="2"/>
          </p:cNvCxnSpPr>
          <p:nvPr/>
        </p:nvCxnSpPr>
        <p:spPr>
          <a:xfrm flipH="1">
            <a:off x="6222999" y="2404529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2FEE133A-391F-4506-816E-DF83EF88AD2B}"/>
              </a:ext>
            </a:extLst>
          </p:cNvPr>
          <p:cNvSpPr/>
          <p:nvPr/>
        </p:nvSpPr>
        <p:spPr>
          <a:xfrm>
            <a:off x="6553199" y="2154763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4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C0E26DC0-E28F-4F37-84F6-0541AD24D148}"/>
              </a:ext>
            </a:extLst>
          </p:cNvPr>
          <p:cNvCxnSpPr>
            <a:cxnSpLocks/>
            <a:stCxn id="84" idx="7"/>
            <a:endCxn id="84" idx="6"/>
          </p:cNvCxnSpPr>
          <p:nvPr/>
        </p:nvCxnSpPr>
        <p:spPr>
          <a:xfrm rot="16200000" flipH="1">
            <a:off x="6927848" y="2279646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50C81C0-FD38-4242-8070-C449FAD35D89}"/>
              </a:ext>
            </a:extLst>
          </p:cNvPr>
          <p:cNvCxnSpPr>
            <a:cxnSpLocks/>
            <a:stCxn id="87" idx="2"/>
          </p:cNvCxnSpPr>
          <p:nvPr/>
        </p:nvCxnSpPr>
        <p:spPr>
          <a:xfrm flipH="1">
            <a:off x="6222998" y="3071277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5A6BD3F8-2FAB-46DA-BF6D-2BAD0616BED0}"/>
              </a:ext>
            </a:extLst>
          </p:cNvPr>
          <p:cNvSpPr/>
          <p:nvPr/>
        </p:nvSpPr>
        <p:spPr>
          <a:xfrm>
            <a:off x="6553198" y="2821511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5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88" name="Connector: Curved 87">
            <a:extLst>
              <a:ext uri="{FF2B5EF4-FFF2-40B4-BE49-F238E27FC236}">
                <a16:creationId xmlns:a16="http://schemas.microsoft.com/office/drawing/2014/main" id="{0B69C586-B5D9-4EB0-B893-B9F0B9CD9C49}"/>
              </a:ext>
            </a:extLst>
          </p:cNvPr>
          <p:cNvCxnSpPr>
            <a:cxnSpLocks/>
            <a:stCxn id="87" idx="7"/>
            <a:endCxn id="87" idx="6"/>
          </p:cNvCxnSpPr>
          <p:nvPr/>
        </p:nvCxnSpPr>
        <p:spPr>
          <a:xfrm rot="16200000" flipH="1">
            <a:off x="6927847" y="2946394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C9A03F8-D1EE-453F-8E4F-A0F5440406A0}"/>
              </a:ext>
            </a:extLst>
          </p:cNvPr>
          <p:cNvCxnSpPr>
            <a:cxnSpLocks/>
            <a:stCxn id="90" idx="2"/>
          </p:cNvCxnSpPr>
          <p:nvPr/>
        </p:nvCxnSpPr>
        <p:spPr>
          <a:xfrm flipH="1">
            <a:off x="6222998" y="3759197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3EF73003-6228-41B4-B978-62B152DCCC35}"/>
              </a:ext>
            </a:extLst>
          </p:cNvPr>
          <p:cNvSpPr/>
          <p:nvPr/>
        </p:nvSpPr>
        <p:spPr>
          <a:xfrm>
            <a:off x="6553198" y="3509431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6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D9502D7C-A1E1-43B4-952A-161149DF3190}"/>
              </a:ext>
            </a:extLst>
          </p:cNvPr>
          <p:cNvCxnSpPr>
            <a:cxnSpLocks/>
            <a:stCxn id="90" idx="7"/>
            <a:endCxn id="90" idx="6"/>
          </p:cNvCxnSpPr>
          <p:nvPr/>
        </p:nvCxnSpPr>
        <p:spPr>
          <a:xfrm rot="16200000" flipH="1">
            <a:off x="6927847" y="3634314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96067FE-0EF7-447C-B67A-04E707CBBFC0}"/>
              </a:ext>
            </a:extLst>
          </p:cNvPr>
          <p:cNvCxnSpPr>
            <a:cxnSpLocks/>
            <a:stCxn id="93" idx="2"/>
          </p:cNvCxnSpPr>
          <p:nvPr/>
        </p:nvCxnSpPr>
        <p:spPr>
          <a:xfrm flipH="1">
            <a:off x="6222997" y="4429915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63DDEC8E-5CF2-4EF2-9F79-607B1BCD33DE}"/>
              </a:ext>
            </a:extLst>
          </p:cNvPr>
          <p:cNvSpPr/>
          <p:nvPr/>
        </p:nvSpPr>
        <p:spPr>
          <a:xfrm>
            <a:off x="6553197" y="4180149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7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FF77D274-E14C-416A-92D9-6BE4F8FE8AF3}"/>
              </a:ext>
            </a:extLst>
          </p:cNvPr>
          <p:cNvCxnSpPr>
            <a:cxnSpLocks/>
            <a:stCxn id="93" idx="7"/>
            <a:endCxn id="93" idx="6"/>
          </p:cNvCxnSpPr>
          <p:nvPr/>
        </p:nvCxnSpPr>
        <p:spPr>
          <a:xfrm rot="16200000" flipH="1">
            <a:off x="6927846" y="4305032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A1CE4CC-24BE-41A8-9298-49C56516A099}"/>
              </a:ext>
            </a:extLst>
          </p:cNvPr>
          <p:cNvCxnSpPr>
            <a:cxnSpLocks/>
            <a:stCxn id="96" idx="2"/>
          </p:cNvCxnSpPr>
          <p:nvPr/>
        </p:nvCxnSpPr>
        <p:spPr>
          <a:xfrm flipH="1">
            <a:off x="6222997" y="5121805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2DBB904C-6B79-43B0-A8B4-2BBB9FA7E132}"/>
              </a:ext>
            </a:extLst>
          </p:cNvPr>
          <p:cNvSpPr/>
          <p:nvPr/>
        </p:nvSpPr>
        <p:spPr>
          <a:xfrm>
            <a:off x="6553197" y="4872039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8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9805FB0A-5D8B-449F-BB8D-A19432CAE97E}"/>
              </a:ext>
            </a:extLst>
          </p:cNvPr>
          <p:cNvCxnSpPr>
            <a:cxnSpLocks/>
            <a:stCxn id="96" idx="7"/>
            <a:endCxn id="96" idx="6"/>
          </p:cNvCxnSpPr>
          <p:nvPr/>
        </p:nvCxnSpPr>
        <p:spPr>
          <a:xfrm rot="16200000" flipH="1">
            <a:off x="6927846" y="4996922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78E5EB8-BC4B-4AF2-B164-969439429775}"/>
              </a:ext>
            </a:extLst>
          </p:cNvPr>
          <p:cNvCxnSpPr>
            <a:cxnSpLocks/>
            <a:stCxn id="99" idx="2"/>
          </p:cNvCxnSpPr>
          <p:nvPr/>
        </p:nvCxnSpPr>
        <p:spPr>
          <a:xfrm flipH="1">
            <a:off x="6222996" y="5792116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98">
            <a:extLst>
              <a:ext uri="{FF2B5EF4-FFF2-40B4-BE49-F238E27FC236}">
                <a16:creationId xmlns:a16="http://schemas.microsoft.com/office/drawing/2014/main" id="{7E723720-9086-45EC-92EE-66B4808C4F0E}"/>
              </a:ext>
            </a:extLst>
          </p:cNvPr>
          <p:cNvSpPr/>
          <p:nvPr/>
        </p:nvSpPr>
        <p:spPr>
          <a:xfrm>
            <a:off x="6553196" y="5542350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9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36BD69FE-F1FB-4DD2-A95B-26FAF41674A0}"/>
              </a:ext>
            </a:extLst>
          </p:cNvPr>
          <p:cNvCxnSpPr>
            <a:cxnSpLocks/>
            <a:stCxn id="99" idx="7"/>
            <a:endCxn id="99" idx="6"/>
          </p:cNvCxnSpPr>
          <p:nvPr/>
        </p:nvCxnSpPr>
        <p:spPr>
          <a:xfrm rot="16200000" flipH="1">
            <a:off x="6927845" y="5667233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68BAC6A-DD2C-4C5F-B7EE-37C1BF5CCFA7}"/>
              </a:ext>
            </a:extLst>
          </p:cNvPr>
          <p:cNvCxnSpPr>
            <a:cxnSpLocks/>
            <a:stCxn id="102" idx="2"/>
          </p:cNvCxnSpPr>
          <p:nvPr/>
        </p:nvCxnSpPr>
        <p:spPr>
          <a:xfrm flipH="1">
            <a:off x="6239923" y="6485468"/>
            <a:ext cx="3302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A7B8BF4A-5F69-429F-BF32-F2B0D652A852}"/>
              </a:ext>
            </a:extLst>
          </p:cNvPr>
          <p:cNvSpPr/>
          <p:nvPr/>
        </p:nvSpPr>
        <p:spPr>
          <a:xfrm>
            <a:off x="6570123" y="6235702"/>
            <a:ext cx="499533" cy="49953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u</a:t>
            </a:r>
            <a:r>
              <a:rPr lang="en-GB" sz="1400" baseline="-25000" dirty="0">
                <a:solidFill>
                  <a:schemeClr val="tx1"/>
                </a:solidFill>
              </a:rPr>
              <a:t>1</a:t>
            </a:r>
            <a:endParaRPr lang="en-GB" sz="1400" dirty="0">
              <a:solidFill>
                <a:schemeClr val="tx1"/>
              </a:solidFill>
            </a:endParaRPr>
          </a:p>
        </p:txBody>
      </p: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5F8E76FA-B475-4BF7-84A5-40D46E0CD1A4}"/>
              </a:ext>
            </a:extLst>
          </p:cNvPr>
          <p:cNvCxnSpPr>
            <a:cxnSpLocks/>
            <a:stCxn id="102" idx="7"/>
            <a:endCxn id="102" idx="6"/>
          </p:cNvCxnSpPr>
          <p:nvPr/>
        </p:nvCxnSpPr>
        <p:spPr>
          <a:xfrm rot="16200000" flipH="1">
            <a:off x="6944772" y="6360585"/>
            <a:ext cx="176611" cy="73155"/>
          </a:xfrm>
          <a:prstGeom prst="curvedConnector4">
            <a:avLst>
              <a:gd name="adj1" fmla="val -60598"/>
              <a:gd name="adj2" fmla="val 343046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024662A-7F57-44D9-A240-B83B113B496C}"/>
              </a:ext>
            </a:extLst>
          </p:cNvPr>
          <p:cNvSpPr txBox="1"/>
          <p:nvPr/>
        </p:nvSpPr>
        <p:spPr>
          <a:xfrm>
            <a:off x="6802962" y="6332439"/>
            <a:ext cx="5757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aseline="-25000" dirty="0"/>
              <a:t>0</a:t>
            </a:r>
            <a:endParaRPr lang="en-GB" sz="1400" dirty="0"/>
          </a:p>
        </p:txBody>
      </p:sp>
      <p:cxnSp>
        <p:nvCxnSpPr>
          <p:cNvPr id="110" name="Connector: Curved 109">
            <a:extLst>
              <a:ext uri="{FF2B5EF4-FFF2-40B4-BE49-F238E27FC236}">
                <a16:creationId xmlns:a16="http://schemas.microsoft.com/office/drawing/2014/main" id="{71552096-564F-4823-8457-EE5CCF58CEE7}"/>
              </a:ext>
            </a:extLst>
          </p:cNvPr>
          <p:cNvCxnSpPr>
            <a:cxnSpLocks/>
            <a:stCxn id="14" idx="2"/>
            <a:endCxn id="14" idx="1"/>
          </p:cNvCxnSpPr>
          <p:nvPr/>
        </p:nvCxnSpPr>
        <p:spPr>
          <a:xfrm rot="10800000" flipH="1">
            <a:off x="999065" y="1195532"/>
            <a:ext cx="298199" cy="452007"/>
          </a:xfrm>
          <a:prstGeom prst="curvedConnector4">
            <a:avLst>
              <a:gd name="adj1" fmla="val -76660"/>
              <a:gd name="adj2" fmla="val 139548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94D3148A-DF17-4C28-8E0F-473469EE64F9}"/>
              </a:ext>
            </a:extLst>
          </p:cNvPr>
          <p:cNvSpPr/>
          <p:nvPr/>
        </p:nvSpPr>
        <p:spPr>
          <a:xfrm>
            <a:off x="990599" y="4107102"/>
            <a:ext cx="2036233" cy="12784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Latent Factor 2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6314D33-138C-4A51-9C19-D93C766DCFD6}"/>
              </a:ext>
            </a:extLst>
          </p:cNvPr>
          <p:cNvCxnSpPr>
            <a:cxnSpLocks/>
            <a:stCxn id="104" idx="6"/>
            <a:endCxn id="4" idx="1"/>
          </p:cNvCxnSpPr>
          <p:nvPr/>
        </p:nvCxnSpPr>
        <p:spPr>
          <a:xfrm flipV="1">
            <a:off x="3026832" y="372532"/>
            <a:ext cx="2616203" cy="43738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782EC69-A9DD-4FB5-B3DA-65B9BE199C23}"/>
              </a:ext>
            </a:extLst>
          </p:cNvPr>
          <p:cNvCxnSpPr>
            <a:cxnSpLocks/>
            <a:stCxn id="104" idx="6"/>
            <a:endCxn id="5" idx="1"/>
          </p:cNvCxnSpPr>
          <p:nvPr/>
        </p:nvCxnSpPr>
        <p:spPr>
          <a:xfrm flipV="1">
            <a:off x="3026832" y="1049866"/>
            <a:ext cx="2607736" cy="36964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B79D488-7CC6-4980-9F81-AF9464CBD29D}"/>
              </a:ext>
            </a:extLst>
          </p:cNvPr>
          <p:cNvCxnSpPr>
            <a:cxnSpLocks/>
            <a:stCxn id="104" idx="6"/>
            <a:endCxn id="7" idx="1"/>
          </p:cNvCxnSpPr>
          <p:nvPr/>
        </p:nvCxnSpPr>
        <p:spPr>
          <a:xfrm flipV="1">
            <a:off x="3026832" y="1727195"/>
            <a:ext cx="2607736" cy="30191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8CED204-5D2B-4ACC-9922-71DDBF34093E}"/>
              </a:ext>
            </a:extLst>
          </p:cNvPr>
          <p:cNvCxnSpPr>
            <a:cxnSpLocks/>
            <a:stCxn id="104" idx="6"/>
            <a:endCxn id="6" idx="1"/>
          </p:cNvCxnSpPr>
          <p:nvPr/>
        </p:nvCxnSpPr>
        <p:spPr>
          <a:xfrm flipV="1">
            <a:off x="3026832" y="2404529"/>
            <a:ext cx="2607736" cy="23418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DE39E22-7448-4A7F-B00D-87413619E6A0}"/>
              </a:ext>
            </a:extLst>
          </p:cNvPr>
          <p:cNvCxnSpPr>
            <a:cxnSpLocks/>
            <a:stCxn id="104" idx="6"/>
            <a:endCxn id="8" idx="1"/>
          </p:cNvCxnSpPr>
          <p:nvPr/>
        </p:nvCxnSpPr>
        <p:spPr>
          <a:xfrm flipV="1">
            <a:off x="3026832" y="3081863"/>
            <a:ext cx="2607736" cy="16644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7ED02E8A-CF00-423B-AEA0-5495B9D0AFA7}"/>
              </a:ext>
            </a:extLst>
          </p:cNvPr>
          <p:cNvCxnSpPr>
            <a:cxnSpLocks/>
            <a:stCxn id="104" idx="6"/>
            <a:endCxn id="9" idx="1"/>
          </p:cNvCxnSpPr>
          <p:nvPr/>
        </p:nvCxnSpPr>
        <p:spPr>
          <a:xfrm flipV="1">
            <a:off x="3026832" y="3759197"/>
            <a:ext cx="2607736" cy="98713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50308B3-D5C8-409B-8191-A7BD90AF8C5B}"/>
              </a:ext>
            </a:extLst>
          </p:cNvPr>
          <p:cNvCxnSpPr>
            <a:cxnSpLocks/>
            <a:stCxn id="104" idx="6"/>
            <a:endCxn id="10" idx="1"/>
          </p:cNvCxnSpPr>
          <p:nvPr/>
        </p:nvCxnSpPr>
        <p:spPr>
          <a:xfrm flipV="1">
            <a:off x="3026832" y="4436531"/>
            <a:ext cx="2607736" cy="3098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C82862F-E95B-4F7C-85A7-3C1D996E3296}"/>
              </a:ext>
            </a:extLst>
          </p:cNvPr>
          <p:cNvCxnSpPr>
            <a:cxnSpLocks/>
            <a:stCxn id="104" idx="6"/>
            <a:endCxn id="11" idx="1"/>
          </p:cNvCxnSpPr>
          <p:nvPr/>
        </p:nvCxnSpPr>
        <p:spPr>
          <a:xfrm>
            <a:off x="3026832" y="4746336"/>
            <a:ext cx="2607736" cy="3675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5C7DE5A0-3C12-414A-BA22-7B477B124CB5}"/>
              </a:ext>
            </a:extLst>
          </p:cNvPr>
          <p:cNvCxnSpPr>
            <a:cxnSpLocks/>
            <a:stCxn id="104" idx="6"/>
            <a:endCxn id="12" idx="1"/>
          </p:cNvCxnSpPr>
          <p:nvPr/>
        </p:nvCxnSpPr>
        <p:spPr>
          <a:xfrm>
            <a:off x="3026832" y="4746336"/>
            <a:ext cx="2607736" cy="10448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8CCF851-5CBB-45F1-A657-2851E29FD786}"/>
              </a:ext>
            </a:extLst>
          </p:cNvPr>
          <p:cNvCxnSpPr>
            <a:cxnSpLocks/>
            <a:stCxn id="104" idx="6"/>
            <a:endCxn id="13" idx="1"/>
          </p:cNvCxnSpPr>
          <p:nvPr/>
        </p:nvCxnSpPr>
        <p:spPr>
          <a:xfrm>
            <a:off x="3026832" y="4746336"/>
            <a:ext cx="2607736" cy="17221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Curved 116">
            <a:extLst>
              <a:ext uri="{FF2B5EF4-FFF2-40B4-BE49-F238E27FC236}">
                <a16:creationId xmlns:a16="http://schemas.microsoft.com/office/drawing/2014/main" id="{139E2ED8-4D51-45FF-9409-06D93277F35E}"/>
              </a:ext>
            </a:extLst>
          </p:cNvPr>
          <p:cNvCxnSpPr>
            <a:cxnSpLocks/>
            <a:stCxn id="104" idx="2"/>
            <a:endCxn id="104" idx="1"/>
          </p:cNvCxnSpPr>
          <p:nvPr/>
        </p:nvCxnSpPr>
        <p:spPr>
          <a:xfrm rot="10800000" flipH="1">
            <a:off x="990598" y="4294330"/>
            <a:ext cx="298199" cy="452007"/>
          </a:xfrm>
          <a:prstGeom prst="curvedConnector4">
            <a:avLst>
              <a:gd name="adj1" fmla="val -76660"/>
              <a:gd name="adj2" fmla="val 145168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FCEAF4D-40FF-4758-BB13-A99AE1936832}"/>
              </a:ext>
            </a:extLst>
          </p:cNvPr>
          <p:cNvSpPr txBox="1"/>
          <p:nvPr/>
        </p:nvSpPr>
        <p:spPr>
          <a:xfrm>
            <a:off x="3378195" y="1099832"/>
            <a:ext cx="451791" cy="2185214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11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12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13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14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15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16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17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18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19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/>
              <a:t>110</a:t>
            </a:r>
          </a:p>
          <a:p>
            <a:pPr algn="ctr"/>
            <a:endParaRPr lang="en-GB" sz="1200" baseline="-25000" dirty="0"/>
          </a:p>
          <a:p>
            <a:pPr algn="ctr"/>
            <a:endParaRPr lang="en-GB" sz="1200" baseline="-25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34C48ED-599D-48D5-B994-AC077E266F7F}"/>
              </a:ext>
            </a:extLst>
          </p:cNvPr>
          <p:cNvSpPr txBox="1"/>
          <p:nvPr/>
        </p:nvSpPr>
        <p:spPr>
          <a:xfrm>
            <a:off x="3437799" y="3461681"/>
            <a:ext cx="451791" cy="2185214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1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2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3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4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5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6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7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8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9</a:t>
            </a:r>
          </a:p>
          <a:p>
            <a:pPr algn="ctr"/>
            <a:r>
              <a:rPr lang="el-GR" sz="1200" dirty="0">
                <a:solidFill>
                  <a:schemeClr val="tx1"/>
                </a:solidFill>
              </a:rPr>
              <a:t>λ</a:t>
            </a:r>
            <a:r>
              <a:rPr lang="en-GB" sz="1200" baseline="-25000" dirty="0">
                <a:solidFill>
                  <a:schemeClr val="tx1"/>
                </a:solidFill>
              </a:rPr>
              <a:t>2</a:t>
            </a:r>
            <a:r>
              <a:rPr lang="en-GB" sz="1200" baseline="-25000" dirty="0"/>
              <a:t>10</a:t>
            </a:r>
          </a:p>
          <a:p>
            <a:pPr algn="ctr"/>
            <a:endParaRPr lang="en-GB" sz="1200" baseline="-25000" dirty="0"/>
          </a:p>
          <a:p>
            <a:pPr algn="ctr"/>
            <a:endParaRPr lang="en-GB" sz="1200" baseline="-25000" dirty="0"/>
          </a:p>
        </p:txBody>
      </p:sp>
    </p:spTree>
    <p:extLst>
      <p:ext uri="{BB962C8B-B14F-4D97-AF65-F5344CB8AC3E}">
        <p14:creationId xmlns:p14="http://schemas.microsoft.com/office/powerpoint/2010/main" val="540119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110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9</cp:revision>
  <dcterms:created xsi:type="dcterms:W3CDTF">2026-06-04T12:26:21Z</dcterms:created>
  <dcterms:modified xsi:type="dcterms:W3CDTF">2026-06-09T09:13:29Z</dcterms:modified>
</cp:coreProperties>
</file>