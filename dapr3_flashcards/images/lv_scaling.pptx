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F93D-5AAD-4D6C-84FE-A68542924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224BA-CB0A-4B61-8BB1-D25FCF84E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D7AC-81AA-40B5-8E73-D7D60482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FB01-A29B-4B45-8C1F-40354A8E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A1329-9C73-49CC-A4F1-2A8CAE6E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371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B7AA-77EE-48AF-A09C-AEEA99F6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918CD-BAA2-471D-9581-73B3885B9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012C-6213-4C25-99EE-8BD2C59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CFDF8-5F47-444C-9F06-F3E221F3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6AF7-A2E7-45CF-ACD3-AB81C645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29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956-AE0E-4FD8-A218-7DD6D700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D089-9E5A-4150-A1C1-391AFFF18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5D0E0-AEE2-4275-AB89-394BDA8D8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A3D-9C83-4D87-9007-7001C172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C375-BD15-482C-9114-6869B203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E6C6-9565-4771-9F7F-F63E01B9B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74C5-2CFE-4972-A9B4-4B5AEEAC5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7666E-9F8A-4046-805D-3579BC9D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86132-DF8D-4D73-BE90-AE4329BF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3AE9E-9B8D-45CD-86EC-0DAA4C89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719C2-5DD4-44DF-B2C3-24317CE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01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9D9E-3A55-4407-8515-9DEE676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EDA1C-D820-43CC-B67F-B73FDD14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0B274-DC96-41FA-AAB9-5BBBC47C8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4DA5D-92E1-4D38-B740-AF5425B89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0D6F8-3979-4DEB-9548-6EBC06A8E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F5044-D4F5-4EE6-BDFE-7DEE3507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76F3-4763-4777-9300-2AEC4117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D7CB6-79F1-4A90-9284-26314529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3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F5DB-D72D-47E5-B1BE-E4813673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274373-4574-4EE4-BBFA-1666F346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8B3C9-08F8-4B17-9083-83E7B4BC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C845F-3337-44A5-97C8-B364E76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A092-FBE6-412B-91EB-AEB3E9FF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1A3938-5A2B-4F68-AA06-01C29D19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9D3CF-E446-45B3-9CE1-DD5E57CC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7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EE-B31D-4041-A6BF-A859044D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F12C-79A7-453B-8E8E-396F39DA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F9C5-353E-48DE-84CD-1E55310A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E0ECD-47A4-496C-8380-303747DF9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762F3-7F9F-4373-83FF-2E0FDEAD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27511-D0AB-468E-BCC5-9FB9296ED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251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C6C9-9564-407E-AD3E-78768560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34A02-456F-4068-9E07-8B18BBF1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1C06-6CD1-4AF6-AFC8-8433A10F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16FF6-9CE0-4093-B50D-E65172A2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C15F0-932E-4497-ABCE-DED031F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FD7B-7BBD-45C6-B2AC-9A01F754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6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3055-EDE8-4747-86A4-A9979D36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D1C4B-6CC6-4F5B-9775-8BC2AC16C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0D1E-36E9-43AE-B217-76B870ED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6D54-0AEC-448B-9EAB-A544395A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7BE1E-99E4-441C-B496-539E6EE8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42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3A7F7-EFC6-4337-A7A9-5AA1E6E3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F30A-F4D0-4C5C-8190-2DC7AB8F6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86538-1BDC-45D1-8A96-7389358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8F00-6735-4CDB-8A00-7D04AF9E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FE1-C994-4191-BF46-7D850FB5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9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27551-AC58-4D75-B63B-87B29744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FDB37-FA63-4F8F-AE6B-6D1141DFA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EB9C-7673-4230-8461-3A0E409EC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7BBF2-5813-4A92-ADF4-45C081C37504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F0697-B7F2-46A1-BD85-24D1C8DEE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3A35-9F42-45D8-85CC-53313D537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524B-9003-4AE5-B1B2-F2EAE44C2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6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75896"/>
              </p:ext>
            </p:extLst>
          </p:nvPr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B56398-C23F-45F5-A944-3A936CD247DF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36C10D-1429-43A6-BBC6-9433604528FE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229859-ED65-4B3C-8891-DC3B26A35F32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D1D635-B9A2-46BE-A9EB-C21257B6C328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7CC22-5608-4751-AE5B-CC9630A2DE58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AF7D46-0583-4C99-AB4D-F45C3B49913A}"/>
              </a:ext>
            </a:extLst>
          </p:cNvPr>
          <p:cNvCxnSpPr>
            <a:cxnSpLocks/>
            <a:stCxn id="32" idx="0"/>
            <a:endCxn id="66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4B6C92-4690-4302-8968-4D2C3960E6EC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78AD825-7683-45CF-9500-DD0297007FF5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F95447-8385-42CD-AB39-47725FE487D7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150132-4C15-4E76-917C-5FE31F820809}"/>
              </a:ext>
            </a:extLst>
          </p:cNvPr>
          <p:cNvCxnSpPr>
            <a:cxnSpLocks/>
            <a:stCxn id="40" idx="0"/>
            <a:endCxn id="85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ECD62E5-BEEE-480A-9CBC-A87D18DF75B9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2EE60DA-8E38-44DB-8349-9CD44F48064D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A6A65A-2A7B-42D3-B19B-EB57C155A38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63740D-E003-4322-BEFC-A2472791CF3B}"/>
              </a:ext>
            </a:extLst>
          </p:cNvPr>
          <p:cNvCxnSpPr>
            <a:cxnSpLocks/>
            <a:stCxn id="45" idx="0"/>
            <a:endCxn id="103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802F52D-2A47-4D47-B903-630F6FC6BCE5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6A427-2D31-4150-B92D-C298942D3DFE}"/>
              </a:ext>
            </a:extLst>
          </p:cNvPr>
          <p:cNvSpPr txBox="1"/>
          <p:nvPr/>
        </p:nvSpPr>
        <p:spPr>
          <a:xfrm>
            <a:off x="8829377" y="926732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007D0C-5644-49C2-B2BE-2CAD0BCEF588}"/>
              </a:ext>
            </a:extLst>
          </p:cNvPr>
          <p:cNvSpPr txBox="1"/>
          <p:nvPr/>
        </p:nvSpPr>
        <p:spPr>
          <a:xfrm>
            <a:off x="6219864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DB2A8-6688-4F9C-A6A4-C8886E6242B0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04599-F88D-4359-A17C-7A3028AEAD45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BA4DDF-D109-422E-A5F4-EA716787CA1C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1AA63-26B0-459A-8257-A569EFC913D7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1	                1                           1                      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DB3C8-F167-4138-8885-9E3B2894FC5B}"/>
              </a:ext>
            </a:extLst>
          </p:cNvPr>
          <p:cNvSpPr txBox="1"/>
          <p:nvPr/>
        </p:nvSpPr>
        <p:spPr>
          <a:xfrm>
            <a:off x="9879221" y="734317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1 latent factor variance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84CCB5-40BD-428A-A6D7-3C1AD71CAABA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 factor loadings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18269-8E08-4E0A-A6C5-9A3BA7DB257C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F29583-D55D-4448-A357-40904B81A640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388562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/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B56398-C23F-45F5-A944-3A936CD247DF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36C10D-1429-43A6-BBC6-9433604528FE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229859-ED65-4B3C-8891-DC3B26A35F32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D1D635-B9A2-46BE-A9EB-C21257B6C328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7CC22-5608-4751-AE5B-CC9630A2DE58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AF7D46-0583-4C99-AB4D-F45C3B49913A}"/>
              </a:ext>
            </a:extLst>
          </p:cNvPr>
          <p:cNvCxnSpPr>
            <a:cxnSpLocks/>
            <a:stCxn id="32" idx="0"/>
            <a:endCxn id="66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4B6C92-4690-4302-8968-4D2C3960E6EC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78AD825-7683-45CF-9500-DD0297007FF5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F95447-8385-42CD-AB39-47725FE487D7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150132-4C15-4E76-917C-5FE31F820809}"/>
              </a:ext>
            </a:extLst>
          </p:cNvPr>
          <p:cNvCxnSpPr>
            <a:cxnSpLocks/>
            <a:stCxn id="40" idx="0"/>
            <a:endCxn id="85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ECD62E5-BEEE-480A-9CBC-A87D18DF75B9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2EE60DA-8E38-44DB-8349-9CD44F48064D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A6A65A-2A7B-42D3-B19B-EB57C155A38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63740D-E003-4322-BEFC-A2472791CF3B}"/>
              </a:ext>
            </a:extLst>
          </p:cNvPr>
          <p:cNvCxnSpPr>
            <a:cxnSpLocks/>
            <a:stCxn id="45" idx="0"/>
            <a:endCxn id="103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802F52D-2A47-4D47-B903-630F6FC6BCE5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6A427-2D31-4150-B92D-C298942D3DFE}"/>
              </a:ext>
            </a:extLst>
          </p:cNvPr>
          <p:cNvSpPr txBox="1"/>
          <p:nvPr/>
        </p:nvSpPr>
        <p:spPr>
          <a:xfrm>
            <a:off x="8829377" y="926732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007D0C-5644-49C2-B2BE-2CAD0BCEF588}"/>
              </a:ext>
            </a:extLst>
          </p:cNvPr>
          <p:cNvSpPr txBox="1"/>
          <p:nvPr/>
        </p:nvSpPr>
        <p:spPr>
          <a:xfrm>
            <a:off x="6219864" y="280902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DB2A8-6688-4F9C-A6A4-C8886E6242B0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04599-F88D-4359-A17C-7A3028AEAD45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BA4DDF-D109-422E-A5F4-EA716787CA1C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1AA63-26B0-459A-8257-A569EFC913D7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1	                1                           1                      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BDB3C8-F167-4138-8885-9E3B2894FC5B}"/>
              </a:ext>
            </a:extLst>
          </p:cNvPr>
          <p:cNvSpPr txBox="1"/>
          <p:nvPr/>
        </p:nvSpPr>
        <p:spPr>
          <a:xfrm>
            <a:off x="9879221" y="734317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1 latent factor variance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84CCB5-40BD-428A-A6D7-3C1AD71CAABA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3 factor loadings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18269-8E08-4E0A-A6C5-9A3BA7DB257C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F29583-D55D-4448-A357-40904B81A640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4145187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rc 63">
            <a:extLst>
              <a:ext uri="{FF2B5EF4-FFF2-40B4-BE49-F238E27FC236}">
                <a16:creationId xmlns:a16="http://schemas.microsoft.com/office/drawing/2014/main" id="{1691CF3F-FAC2-4DA5-BF63-0B4D4D72F3A6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44291F-1D23-48B0-8155-E5B9189D0B29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5DE9A06-4DA6-4332-9AFB-19301BCBF9A4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B55DB-30E7-4FB2-8407-CFE96A03F8EA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D905296-943E-4230-BCA4-59A75EF5C5A7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E96D7AE-3114-4CA7-BD7C-C81F8B1226BA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6099728-D26A-4D98-BBFB-B2C1380A7275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89FD87-E5D4-4B04-A467-C6971B481885}"/>
              </a:ext>
            </a:extLst>
          </p:cNvPr>
          <p:cNvCxnSpPr>
            <a:stCxn id="2" idx="4"/>
            <a:endCxn id="65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6BAEA3-54A5-4A6D-9E00-A92B03E8ED37}"/>
              </a:ext>
            </a:extLst>
          </p:cNvPr>
          <p:cNvCxnSpPr>
            <a:stCxn id="2" idx="4"/>
            <a:endCxn id="66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B59C43-8C49-4E76-9625-82A8CC34AF3C}"/>
              </a:ext>
            </a:extLst>
          </p:cNvPr>
          <p:cNvCxnSpPr>
            <a:stCxn id="2" idx="4"/>
            <a:endCxn id="85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7CAB54-7EB6-4C8C-AA10-44DB33982B62}"/>
              </a:ext>
            </a:extLst>
          </p:cNvPr>
          <p:cNvCxnSpPr>
            <a:stCxn id="2" idx="4"/>
            <a:endCxn id="103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106">
            <a:extLst>
              <a:ext uri="{FF2B5EF4-FFF2-40B4-BE49-F238E27FC236}">
                <a16:creationId xmlns:a16="http://schemas.microsoft.com/office/drawing/2014/main" id="{B38AC2BF-F170-4977-9B44-38CF259EF207}"/>
              </a:ext>
            </a:extLst>
          </p:cNvPr>
          <p:cNvGraphicFramePr>
            <a:graphicFrameLocks noGrp="1"/>
          </p:cNvGraphicFramePr>
          <p:nvPr/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C1430FD-7A56-4448-8F00-8BE4C7EF20D4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773CBA5-681E-469E-930F-35AA71D80A63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B56398-C23F-45F5-A944-3A936CD247DF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36C10D-1429-43A6-BBC6-9433604528FE}"/>
              </a:ext>
            </a:extLst>
          </p:cNvPr>
          <p:cNvCxnSpPr>
            <a:cxnSpLocks/>
            <a:stCxn id="24" idx="0"/>
            <a:endCxn id="65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229859-ED65-4B3C-8891-DC3B26A35F32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E3D1D635-B9A2-46BE-A9EB-C21257B6C328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4D7CC22-5608-4751-AE5B-CC9630A2DE58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AF7D46-0583-4C99-AB4D-F45C3B49913A}"/>
              </a:ext>
            </a:extLst>
          </p:cNvPr>
          <p:cNvCxnSpPr>
            <a:cxnSpLocks/>
            <a:stCxn id="32" idx="0"/>
            <a:endCxn id="66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4B6C92-4690-4302-8968-4D2C3960E6EC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78AD825-7683-45CF-9500-DD0297007FF5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F95447-8385-42CD-AB39-47725FE487D7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150132-4C15-4E76-917C-5FE31F820809}"/>
              </a:ext>
            </a:extLst>
          </p:cNvPr>
          <p:cNvCxnSpPr>
            <a:cxnSpLocks/>
            <a:stCxn id="40" idx="0"/>
            <a:endCxn id="85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ECD62E5-BEEE-480A-9CBC-A87D18DF75B9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C2EE60DA-8E38-44DB-8349-9CD44F48064D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AA6A65A-2A7B-42D3-B19B-EB57C155A38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63740D-E003-4322-BEFC-A2472791CF3B}"/>
              </a:ext>
            </a:extLst>
          </p:cNvPr>
          <p:cNvCxnSpPr>
            <a:cxnSpLocks/>
            <a:stCxn id="45" idx="0"/>
            <a:endCxn id="103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802F52D-2A47-4D47-B903-630F6FC6BCE5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6A427-2D31-4150-B92D-C298942D3DFE}"/>
              </a:ext>
            </a:extLst>
          </p:cNvPr>
          <p:cNvSpPr txBox="1"/>
          <p:nvPr/>
        </p:nvSpPr>
        <p:spPr>
          <a:xfrm>
            <a:off x="8829377" y="92673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007D0C-5644-49C2-B2BE-2CAD0BCEF588}"/>
              </a:ext>
            </a:extLst>
          </p:cNvPr>
          <p:cNvSpPr txBox="1"/>
          <p:nvPr/>
        </p:nvSpPr>
        <p:spPr>
          <a:xfrm>
            <a:off x="6219864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DB2A8-6688-4F9C-A6A4-C8886E6242B0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04599-F88D-4359-A17C-7A3028AEAD45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BA4DDF-D109-422E-A5F4-EA716787CA1C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D1AA63-26B0-459A-8257-A569EFC913D7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1	                1                           1                          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84CCB5-40BD-428A-A6D7-3C1AD71CAABA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 factor loadings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818269-8E08-4E0A-A6C5-9A3BA7DB257C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F29583-D55D-4448-A357-40904B81A640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1635063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Arc 42">
            <a:extLst>
              <a:ext uri="{FF2B5EF4-FFF2-40B4-BE49-F238E27FC236}">
                <a16:creationId xmlns:a16="http://schemas.microsoft.com/office/drawing/2014/main" id="{5DBC26E4-E697-94FA-95DC-B23CA770A084}"/>
              </a:ext>
            </a:extLst>
          </p:cNvPr>
          <p:cNvSpPr/>
          <p:nvPr/>
        </p:nvSpPr>
        <p:spPr>
          <a:xfrm rot="1003916">
            <a:off x="5364436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88686F-6AF5-3BC2-4022-7199E565DE22}"/>
              </a:ext>
            </a:extLst>
          </p:cNvPr>
          <p:cNvSpPr/>
          <p:nvPr/>
        </p:nvSpPr>
        <p:spPr>
          <a:xfrm>
            <a:off x="5246418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022AD9-3402-ED63-DB37-BB629065CD68}"/>
              </a:ext>
            </a:extLst>
          </p:cNvPr>
          <p:cNvSpPr/>
          <p:nvPr/>
        </p:nvSpPr>
        <p:spPr>
          <a:xfrm>
            <a:off x="6769740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5F55CC-90E7-781F-65BB-1460FB6A6D83}"/>
              </a:ext>
            </a:extLst>
          </p:cNvPr>
          <p:cNvSpPr txBox="1"/>
          <p:nvPr/>
        </p:nvSpPr>
        <p:spPr>
          <a:xfrm>
            <a:off x="5527420" y="449679"/>
            <a:ext cx="4096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Theoretical Model					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52CE28-F37D-61DA-D827-91EADE93B05A}"/>
              </a:ext>
            </a:extLst>
          </p:cNvPr>
          <p:cNvSpPr/>
          <p:nvPr/>
        </p:nvSpPr>
        <p:spPr>
          <a:xfrm>
            <a:off x="8314946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D2FAB-7303-D040-2D43-D63CE2BEC927}"/>
              </a:ext>
            </a:extLst>
          </p:cNvPr>
          <p:cNvSpPr/>
          <p:nvPr/>
        </p:nvSpPr>
        <p:spPr>
          <a:xfrm>
            <a:off x="9795572" y="3617941"/>
            <a:ext cx="721895" cy="705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E20C140-4DA9-B9E0-C31A-D23D206C30CF}"/>
              </a:ext>
            </a:extLst>
          </p:cNvPr>
          <p:cNvSpPr/>
          <p:nvPr/>
        </p:nvSpPr>
        <p:spPr>
          <a:xfrm>
            <a:off x="7329418" y="1639539"/>
            <a:ext cx="1173653" cy="88379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B97FA2A-9A0E-F31B-FBD8-1B688997EBEB}"/>
              </a:ext>
            </a:extLst>
          </p:cNvPr>
          <p:cNvCxnSpPr>
            <a:stCxn id="49" idx="4"/>
            <a:endCxn id="44" idx="0"/>
          </p:cNvCxnSpPr>
          <p:nvPr/>
        </p:nvCxnSpPr>
        <p:spPr>
          <a:xfrm flipH="1">
            <a:off x="5607366" y="2523337"/>
            <a:ext cx="230887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0846AB3-CEBD-3002-34A0-11C50FC885D9}"/>
              </a:ext>
            </a:extLst>
          </p:cNvPr>
          <p:cNvCxnSpPr>
            <a:stCxn id="49" idx="4"/>
            <a:endCxn id="45" idx="0"/>
          </p:cNvCxnSpPr>
          <p:nvPr/>
        </p:nvCxnSpPr>
        <p:spPr>
          <a:xfrm flipH="1">
            <a:off x="7130688" y="2523337"/>
            <a:ext cx="785557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B244552-0D66-7335-719D-2D09FAA28933}"/>
              </a:ext>
            </a:extLst>
          </p:cNvPr>
          <p:cNvCxnSpPr>
            <a:stCxn id="49" idx="4"/>
            <a:endCxn id="47" idx="0"/>
          </p:cNvCxnSpPr>
          <p:nvPr/>
        </p:nvCxnSpPr>
        <p:spPr>
          <a:xfrm>
            <a:off x="7916245" y="2523337"/>
            <a:ext cx="759649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20357CE-97E1-8648-F4C3-DAD3D114DB70}"/>
              </a:ext>
            </a:extLst>
          </p:cNvPr>
          <p:cNvCxnSpPr>
            <a:stCxn id="49" idx="4"/>
            <a:endCxn id="48" idx="0"/>
          </p:cNvCxnSpPr>
          <p:nvPr/>
        </p:nvCxnSpPr>
        <p:spPr>
          <a:xfrm>
            <a:off x="7916245" y="2523337"/>
            <a:ext cx="2240275" cy="1094604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le 106">
            <a:extLst>
              <a:ext uri="{FF2B5EF4-FFF2-40B4-BE49-F238E27FC236}">
                <a16:creationId xmlns:a16="http://schemas.microsoft.com/office/drawing/2014/main" id="{C861189B-54F5-D7E9-8388-A041A51E9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939034"/>
              </p:ext>
            </p:extLst>
          </p:nvPr>
        </p:nvGraphicFramePr>
        <p:xfrm>
          <a:off x="478429" y="1913896"/>
          <a:ext cx="3518570" cy="231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714">
                  <a:extLst>
                    <a:ext uri="{9D8B030D-6E8A-4147-A177-3AD203B41FA5}">
                      <a16:colId xmlns:a16="http://schemas.microsoft.com/office/drawing/2014/main" val="1010010654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729503702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0285101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3433354927"/>
                    </a:ext>
                  </a:extLst>
                </a:gridCol>
                <a:gridCol w="703714">
                  <a:extLst>
                    <a:ext uri="{9D8B030D-6E8A-4147-A177-3AD203B41FA5}">
                      <a16:colId xmlns:a16="http://schemas.microsoft.com/office/drawing/2014/main" val="2334715431"/>
                    </a:ext>
                  </a:extLst>
                </a:gridCol>
              </a:tblGrid>
              <a:tr h="462697">
                <a:tc>
                  <a:txBody>
                    <a:bodyPr/>
                    <a:lstStyle/>
                    <a:p>
                      <a:pPr algn="ctr"/>
                      <a:endParaRPr lang="en-GB" sz="1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080134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96407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39229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47210"/>
                  </a:ext>
                </a:extLst>
              </a:tr>
              <a:tr h="462697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tx1"/>
                          </a:solidFill>
                        </a:rPr>
                        <a:t>Y4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4.1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4.2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cov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4.3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var</a:t>
                      </a:r>
                      <a:r>
                        <a:rPr lang="en-GB" sz="1800" b="0" baseline="-25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3436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9B10F716-A1B8-3C21-3D8E-06DECAE2CD13}"/>
              </a:ext>
            </a:extLst>
          </p:cNvPr>
          <p:cNvSpPr txBox="1"/>
          <p:nvPr/>
        </p:nvSpPr>
        <p:spPr>
          <a:xfrm>
            <a:off x="368900" y="449679"/>
            <a:ext cx="4715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Observed covariance matrix</a:t>
            </a:r>
          </a:p>
          <a:p>
            <a:endParaRPr lang="en-GB" sz="2800" dirty="0"/>
          </a:p>
          <a:p>
            <a:r>
              <a:rPr lang="en-GB" sz="2800" dirty="0"/>
              <a:t>10 knowns:</a:t>
            </a:r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C36F94B1-BA3F-CDE5-1868-8FC7C0509A5E}"/>
              </a:ext>
            </a:extLst>
          </p:cNvPr>
          <p:cNvSpPr/>
          <p:nvPr/>
        </p:nvSpPr>
        <p:spPr>
          <a:xfrm rot="15103718">
            <a:off x="8318188" y="1281430"/>
            <a:ext cx="721895" cy="70585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8820277-2EDF-0BFE-4467-A6BC10B46140}"/>
              </a:ext>
            </a:extLst>
          </p:cNvPr>
          <p:cNvSpPr/>
          <p:nvPr/>
        </p:nvSpPr>
        <p:spPr>
          <a:xfrm>
            <a:off x="5200993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1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1F0D41B-8207-97DB-E8AE-79A44DBB30F6}"/>
              </a:ext>
            </a:extLst>
          </p:cNvPr>
          <p:cNvCxnSpPr>
            <a:cxnSpLocks/>
            <a:stCxn id="57" idx="0"/>
            <a:endCxn id="44" idx="2"/>
          </p:cNvCxnSpPr>
          <p:nvPr/>
        </p:nvCxnSpPr>
        <p:spPr>
          <a:xfrm flipV="1">
            <a:off x="5607365" y="4323793"/>
            <a:ext cx="1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2C51BA4-B23E-3209-4E08-7C2C9007A519}"/>
              </a:ext>
            </a:extLst>
          </p:cNvPr>
          <p:cNvSpPr txBox="1"/>
          <p:nvPr/>
        </p:nvSpPr>
        <p:spPr>
          <a:xfrm>
            <a:off x="5461331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838D6AB9-6185-6A16-D159-DA8B0AF459E7}"/>
              </a:ext>
            </a:extLst>
          </p:cNvPr>
          <p:cNvSpPr/>
          <p:nvPr/>
        </p:nvSpPr>
        <p:spPr>
          <a:xfrm rot="1003916">
            <a:off x="6887759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AC4CAC7-F282-5A71-53B0-ABC0F2AA8D4F}"/>
              </a:ext>
            </a:extLst>
          </p:cNvPr>
          <p:cNvSpPr/>
          <p:nvPr/>
        </p:nvSpPr>
        <p:spPr>
          <a:xfrm>
            <a:off x="6724316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2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FE6034C-7CE6-9D5C-9EC8-506B8BF936D9}"/>
              </a:ext>
            </a:extLst>
          </p:cNvPr>
          <p:cNvCxnSpPr>
            <a:cxnSpLocks/>
            <a:stCxn id="61" idx="0"/>
            <a:endCxn id="45" idx="2"/>
          </p:cNvCxnSpPr>
          <p:nvPr/>
        </p:nvCxnSpPr>
        <p:spPr>
          <a:xfrm flipV="1">
            <a:off x="7130688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FC1AEB-5D93-ED29-DF14-956D33FE4701}"/>
              </a:ext>
            </a:extLst>
          </p:cNvPr>
          <p:cNvSpPr txBox="1"/>
          <p:nvPr/>
        </p:nvSpPr>
        <p:spPr>
          <a:xfrm>
            <a:off x="6984654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B53EDC04-D565-B57B-7771-50270B47B2F9}"/>
              </a:ext>
            </a:extLst>
          </p:cNvPr>
          <p:cNvSpPr/>
          <p:nvPr/>
        </p:nvSpPr>
        <p:spPr>
          <a:xfrm rot="1003916">
            <a:off x="8432965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529D083-727E-6188-C9B8-1A77CEDBAD51}"/>
              </a:ext>
            </a:extLst>
          </p:cNvPr>
          <p:cNvSpPr/>
          <p:nvPr/>
        </p:nvSpPr>
        <p:spPr>
          <a:xfrm>
            <a:off x="8269522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3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00207-EE4B-406B-9370-A7E4EC5388FF}"/>
              </a:ext>
            </a:extLst>
          </p:cNvPr>
          <p:cNvCxnSpPr>
            <a:cxnSpLocks/>
            <a:stCxn id="65" idx="0"/>
            <a:endCxn id="47" idx="2"/>
          </p:cNvCxnSpPr>
          <p:nvPr/>
        </p:nvCxnSpPr>
        <p:spPr>
          <a:xfrm flipV="1">
            <a:off x="8675894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BCC0284-F24B-42D1-66FD-D1DFDC429F0D}"/>
              </a:ext>
            </a:extLst>
          </p:cNvPr>
          <p:cNvSpPr txBox="1"/>
          <p:nvPr/>
        </p:nvSpPr>
        <p:spPr>
          <a:xfrm>
            <a:off x="8529860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68" name="Arc 67">
            <a:extLst>
              <a:ext uri="{FF2B5EF4-FFF2-40B4-BE49-F238E27FC236}">
                <a16:creationId xmlns:a16="http://schemas.microsoft.com/office/drawing/2014/main" id="{7EFA4A13-BDCD-2DBB-4F4C-882276A610DB}"/>
              </a:ext>
            </a:extLst>
          </p:cNvPr>
          <p:cNvSpPr/>
          <p:nvPr/>
        </p:nvSpPr>
        <p:spPr>
          <a:xfrm rot="1003916">
            <a:off x="9913591" y="5451080"/>
            <a:ext cx="485858" cy="468622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B451868-4CFB-1D98-BB05-540AC37D13BA}"/>
              </a:ext>
            </a:extLst>
          </p:cNvPr>
          <p:cNvSpPr/>
          <p:nvPr/>
        </p:nvSpPr>
        <p:spPr>
          <a:xfrm>
            <a:off x="9750148" y="4852087"/>
            <a:ext cx="812744" cy="623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u</a:t>
            </a:r>
            <a:r>
              <a:rPr lang="en-GB" sz="2400" baseline="-25000" dirty="0">
                <a:solidFill>
                  <a:schemeClr val="tx1"/>
                </a:solidFill>
              </a:rPr>
              <a:t>4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0272481-2135-9C37-AEE0-34FB4015C74F}"/>
              </a:ext>
            </a:extLst>
          </p:cNvPr>
          <p:cNvCxnSpPr>
            <a:cxnSpLocks/>
            <a:stCxn id="69" idx="0"/>
            <a:endCxn id="48" idx="2"/>
          </p:cNvCxnSpPr>
          <p:nvPr/>
        </p:nvCxnSpPr>
        <p:spPr>
          <a:xfrm flipV="1">
            <a:off x="10156520" y="4323793"/>
            <a:ext cx="0" cy="528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3BF120B-FE01-8A3A-1519-1BC2405D6100}"/>
              </a:ext>
            </a:extLst>
          </p:cNvPr>
          <p:cNvSpPr txBox="1"/>
          <p:nvPr/>
        </p:nvSpPr>
        <p:spPr>
          <a:xfrm>
            <a:off x="10010486" y="5901567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B3D370-7937-EEDF-0CCF-D5B12ADC2412}"/>
              </a:ext>
            </a:extLst>
          </p:cNvPr>
          <p:cNvSpPr txBox="1"/>
          <p:nvPr/>
        </p:nvSpPr>
        <p:spPr>
          <a:xfrm>
            <a:off x="8829377" y="926732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B1210F-83FE-0D5B-77BA-14B99232AB33}"/>
              </a:ext>
            </a:extLst>
          </p:cNvPr>
          <p:cNvSpPr txBox="1"/>
          <p:nvPr/>
        </p:nvSpPr>
        <p:spPr>
          <a:xfrm>
            <a:off x="6219864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35BAC7-F052-FEFB-AA6C-1567E57C39B3}"/>
              </a:ext>
            </a:extLst>
          </p:cNvPr>
          <p:cNvSpPr txBox="1"/>
          <p:nvPr/>
        </p:nvSpPr>
        <p:spPr>
          <a:xfrm>
            <a:off x="7430789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AF52CB-0899-4874-C135-3951D61B4770}"/>
              </a:ext>
            </a:extLst>
          </p:cNvPr>
          <p:cNvSpPr txBox="1"/>
          <p:nvPr/>
        </p:nvSpPr>
        <p:spPr>
          <a:xfrm>
            <a:off x="8058848" y="297844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DFF763-FD26-5401-6536-81294D5B08B3}"/>
              </a:ext>
            </a:extLst>
          </p:cNvPr>
          <p:cNvSpPr txBox="1"/>
          <p:nvPr/>
        </p:nvSpPr>
        <p:spPr>
          <a:xfrm>
            <a:off x="9285762" y="2809029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B96040-A022-0D9B-2A26-5B9C8967D583}"/>
              </a:ext>
            </a:extLst>
          </p:cNvPr>
          <p:cNvSpPr txBox="1"/>
          <p:nvPr/>
        </p:nvSpPr>
        <p:spPr>
          <a:xfrm>
            <a:off x="5357994" y="4425992"/>
            <a:ext cx="51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    ?	                ?                           ?                          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AE7F4F-F5D0-DC6D-3BB3-D6C159D6242B}"/>
              </a:ext>
            </a:extLst>
          </p:cNvPr>
          <p:cNvSpPr txBox="1"/>
          <p:nvPr/>
        </p:nvSpPr>
        <p:spPr>
          <a:xfrm>
            <a:off x="9879221" y="734317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1 latent factor variance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DFA5F4-CA57-A665-7FF3-20E5E6946211}"/>
              </a:ext>
            </a:extLst>
          </p:cNvPr>
          <p:cNvSpPr txBox="1"/>
          <p:nvPr/>
        </p:nvSpPr>
        <p:spPr>
          <a:xfrm>
            <a:off x="10156519" y="2566244"/>
            <a:ext cx="1467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 factor loadings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DD188D2-268C-E595-169F-3F7ABFC7B337}"/>
              </a:ext>
            </a:extLst>
          </p:cNvPr>
          <p:cNvSpPr txBox="1"/>
          <p:nvPr/>
        </p:nvSpPr>
        <p:spPr>
          <a:xfrm>
            <a:off x="10585349" y="4121172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/>
                </a:solidFill>
              </a:rPr>
              <a:t>4 residual factor loadings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344220C-B2D8-FBC0-5277-1B7F83FCB95B}"/>
              </a:ext>
            </a:extLst>
          </p:cNvPr>
          <p:cNvSpPr txBox="1"/>
          <p:nvPr/>
        </p:nvSpPr>
        <p:spPr>
          <a:xfrm>
            <a:off x="10562892" y="5624568"/>
            <a:ext cx="146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</p:spTree>
    <p:extLst>
      <p:ext uri="{BB962C8B-B14F-4D97-AF65-F5344CB8AC3E}">
        <p14:creationId xmlns:p14="http://schemas.microsoft.com/office/powerpoint/2010/main" val="374189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3DE9097-9831-FB52-F163-2F6719089B8D}"/>
              </a:ext>
            </a:extLst>
          </p:cNvPr>
          <p:cNvGrpSpPr/>
          <p:nvPr/>
        </p:nvGrpSpPr>
        <p:grpSpPr>
          <a:xfrm>
            <a:off x="151227" y="812332"/>
            <a:ext cx="5717512" cy="5441182"/>
            <a:chOff x="0" y="1044419"/>
            <a:chExt cx="6851445" cy="5813581"/>
          </a:xfrm>
        </p:grpSpPr>
        <p:sp>
          <p:nvSpPr>
            <p:cNvPr id="4" name="Arc 3">
              <a:extLst>
                <a:ext uri="{FF2B5EF4-FFF2-40B4-BE49-F238E27FC236}">
                  <a16:creationId xmlns:a16="http://schemas.microsoft.com/office/drawing/2014/main" id="{42672AAF-280C-D74E-8F49-F4F8EC9C95E0}"/>
                </a:ext>
              </a:extLst>
            </p:cNvPr>
            <p:cNvSpPr/>
            <p:nvPr/>
          </p:nvSpPr>
          <p:spPr>
            <a:xfrm rot="1003916">
              <a:off x="163443" y="5761182"/>
              <a:ext cx="485858" cy="46862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4DFA2D-44A3-1B1C-4D8F-BCF286CD6C11}"/>
                </a:ext>
              </a:extLst>
            </p:cNvPr>
            <p:cNvSpPr/>
            <p:nvPr/>
          </p:nvSpPr>
          <p:spPr>
            <a:xfrm>
              <a:off x="45425" y="392804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B595D6-4E83-1A74-EACF-38179231C1E8}"/>
                </a:ext>
              </a:extLst>
            </p:cNvPr>
            <p:cNvSpPr/>
            <p:nvPr/>
          </p:nvSpPr>
          <p:spPr>
            <a:xfrm>
              <a:off x="1568747" y="392804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6DE456-E347-1A11-BB39-1056DA016F9D}"/>
                </a:ext>
              </a:extLst>
            </p:cNvPr>
            <p:cNvSpPr/>
            <p:nvPr/>
          </p:nvSpPr>
          <p:spPr>
            <a:xfrm>
              <a:off x="3113953" y="392804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Y3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517B9A-3E0D-A9C9-977A-4A474A6377DC}"/>
                </a:ext>
              </a:extLst>
            </p:cNvPr>
            <p:cNvSpPr/>
            <p:nvPr/>
          </p:nvSpPr>
          <p:spPr>
            <a:xfrm>
              <a:off x="4594579" y="3928043"/>
              <a:ext cx="721895" cy="7058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Y4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3BBF0FF-D84B-AD55-60F0-1AC5EFF6E69C}"/>
                </a:ext>
              </a:extLst>
            </p:cNvPr>
            <p:cNvSpPr/>
            <p:nvPr/>
          </p:nvSpPr>
          <p:spPr>
            <a:xfrm>
              <a:off x="2128425" y="1949641"/>
              <a:ext cx="1173653" cy="88379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1167E04-0712-00A6-1979-2319200345D2}"/>
                </a:ext>
              </a:extLst>
            </p:cNvPr>
            <p:cNvCxnSpPr>
              <a:stCxn id="10" idx="4"/>
              <a:endCxn id="5" idx="0"/>
            </p:cNvCxnSpPr>
            <p:nvPr/>
          </p:nvCxnSpPr>
          <p:spPr>
            <a:xfrm flipH="1">
              <a:off x="406373" y="2833439"/>
              <a:ext cx="2308879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65DBF7-AFEA-B355-9472-A24BB0F00472}"/>
                </a:ext>
              </a:extLst>
            </p:cNvPr>
            <p:cNvCxnSpPr>
              <a:stCxn id="10" idx="4"/>
              <a:endCxn id="6" idx="0"/>
            </p:cNvCxnSpPr>
            <p:nvPr/>
          </p:nvCxnSpPr>
          <p:spPr>
            <a:xfrm flipH="1">
              <a:off x="1929695" y="2833439"/>
              <a:ext cx="785557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3EEF4A3-E5C0-1B37-08F6-80175F6CC82A}"/>
                </a:ext>
              </a:extLst>
            </p:cNvPr>
            <p:cNvCxnSpPr>
              <a:stCxn id="10" idx="4"/>
              <a:endCxn id="8" idx="0"/>
            </p:cNvCxnSpPr>
            <p:nvPr/>
          </p:nvCxnSpPr>
          <p:spPr>
            <a:xfrm>
              <a:off x="2715252" y="2833439"/>
              <a:ext cx="759649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8103F2F-D5B3-5507-22BD-34FA9E9CDAF5}"/>
                </a:ext>
              </a:extLst>
            </p:cNvPr>
            <p:cNvCxnSpPr>
              <a:stCxn id="10" idx="4"/>
              <a:endCxn id="9" idx="0"/>
            </p:cNvCxnSpPr>
            <p:nvPr/>
          </p:nvCxnSpPr>
          <p:spPr>
            <a:xfrm>
              <a:off x="2715252" y="2833439"/>
              <a:ext cx="2240275" cy="109460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59D1F9DD-426A-61CC-DCD4-861C97AE5982}"/>
                </a:ext>
              </a:extLst>
            </p:cNvPr>
            <p:cNvSpPr/>
            <p:nvPr/>
          </p:nvSpPr>
          <p:spPr>
            <a:xfrm rot="15103718">
              <a:off x="3117195" y="1591532"/>
              <a:ext cx="721895" cy="70585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3810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FED416D-9215-7EBE-6FF6-7D65F1B17876}"/>
                </a:ext>
              </a:extLst>
            </p:cNvPr>
            <p:cNvSpPr/>
            <p:nvPr/>
          </p:nvSpPr>
          <p:spPr>
            <a:xfrm>
              <a:off x="0" y="5162189"/>
              <a:ext cx="812744" cy="6233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u</a:t>
              </a:r>
              <a:r>
                <a:rPr lang="en-GB" sz="2400" baseline="-25000" dirty="0">
                  <a:solidFill>
                    <a:schemeClr val="tx1"/>
                  </a:solidFill>
                </a:rPr>
                <a:t>1</a:t>
              </a:r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925A0CC-081C-04D9-5348-67E29CD9446C}"/>
                </a:ext>
              </a:extLst>
            </p:cNvPr>
            <p:cNvCxnSpPr>
              <a:cxnSpLocks/>
              <a:stCxn id="16" idx="0"/>
              <a:endCxn id="5" idx="2"/>
            </p:cNvCxnSpPr>
            <p:nvPr/>
          </p:nvCxnSpPr>
          <p:spPr>
            <a:xfrm flipV="1">
              <a:off x="406372" y="4633895"/>
              <a:ext cx="1" cy="5282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237F45-9E2B-8617-9995-30ED8AD51B14}"/>
                </a:ext>
              </a:extLst>
            </p:cNvPr>
            <p:cNvSpPr txBox="1"/>
            <p:nvPr/>
          </p:nvSpPr>
          <p:spPr>
            <a:xfrm>
              <a:off x="260338" y="6211669"/>
              <a:ext cx="292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?</a:t>
              </a: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12807F24-2383-2036-1C9D-993CD6A3B8D3}"/>
                </a:ext>
              </a:extLst>
            </p:cNvPr>
            <p:cNvSpPr/>
            <p:nvPr/>
          </p:nvSpPr>
          <p:spPr>
            <a:xfrm rot="1003916">
              <a:off x="1686766" y="5761182"/>
              <a:ext cx="485858" cy="46862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77EFFEF-73BF-1CD2-CE90-5896C80C1EE0}"/>
                </a:ext>
              </a:extLst>
            </p:cNvPr>
            <p:cNvSpPr/>
            <p:nvPr/>
          </p:nvSpPr>
          <p:spPr>
            <a:xfrm>
              <a:off x="1523323" y="5162189"/>
              <a:ext cx="812744" cy="6233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u</a:t>
              </a:r>
              <a:r>
                <a:rPr lang="en-GB" sz="2400" baseline="-25000" dirty="0">
                  <a:solidFill>
                    <a:schemeClr val="tx1"/>
                  </a:solidFill>
                </a:rPr>
                <a:t>2</a:t>
              </a:r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7EC3FF9-5BEA-EADD-D7C2-1B18F4DDD601}"/>
                </a:ext>
              </a:extLst>
            </p:cNvPr>
            <p:cNvCxnSpPr>
              <a:cxnSpLocks/>
              <a:stCxn id="20" idx="0"/>
              <a:endCxn id="6" idx="2"/>
            </p:cNvCxnSpPr>
            <p:nvPr/>
          </p:nvCxnSpPr>
          <p:spPr>
            <a:xfrm flipV="1">
              <a:off x="1929695" y="4633895"/>
              <a:ext cx="0" cy="5282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337085-1B46-5578-B7E1-40831405488C}"/>
                </a:ext>
              </a:extLst>
            </p:cNvPr>
            <p:cNvSpPr txBox="1"/>
            <p:nvPr/>
          </p:nvSpPr>
          <p:spPr>
            <a:xfrm>
              <a:off x="1783661" y="6211669"/>
              <a:ext cx="292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?</a:t>
              </a: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400F977E-5349-803B-1142-13C4CD73A7FE}"/>
                </a:ext>
              </a:extLst>
            </p:cNvPr>
            <p:cNvSpPr/>
            <p:nvPr/>
          </p:nvSpPr>
          <p:spPr>
            <a:xfrm rot="1003916">
              <a:off x="3231972" y="5761182"/>
              <a:ext cx="485858" cy="46862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D762372-300D-A428-0FDA-4EDCA54E7982}"/>
                </a:ext>
              </a:extLst>
            </p:cNvPr>
            <p:cNvSpPr/>
            <p:nvPr/>
          </p:nvSpPr>
          <p:spPr>
            <a:xfrm>
              <a:off x="3068529" y="5162189"/>
              <a:ext cx="812744" cy="6233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u</a:t>
              </a:r>
              <a:r>
                <a:rPr lang="en-GB" sz="2400" baseline="-25000" dirty="0">
                  <a:solidFill>
                    <a:schemeClr val="tx1"/>
                  </a:solidFill>
                </a:rPr>
                <a:t>3</a:t>
              </a:r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5BF2A0F-3EC2-C078-54C5-BCCA2975412C}"/>
                </a:ext>
              </a:extLst>
            </p:cNvPr>
            <p:cNvCxnSpPr>
              <a:cxnSpLocks/>
              <a:stCxn id="24" idx="0"/>
              <a:endCxn id="8" idx="2"/>
            </p:cNvCxnSpPr>
            <p:nvPr/>
          </p:nvCxnSpPr>
          <p:spPr>
            <a:xfrm flipV="1">
              <a:off x="3474901" y="4633895"/>
              <a:ext cx="0" cy="5282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06463A-5022-7515-2C3C-43AA916B2E42}"/>
                </a:ext>
              </a:extLst>
            </p:cNvPr>
            <p:cNvSpPr txBox="1"/>
            <p:nvPr/>
          </p:nvSpPr>
          <p:spPr>
            <a:xfrm>
              <a:off x="3328867" y="6211669"/>
              <a:ext cx="292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?</a:t>
              </a: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314C60E-AD6A-20BE-44AF-13353AECE909}"/>
                </a:ext>
              </a:extLst>
            </p:cNvPr>
            <p:cNvSpPr/>
            <p:nvPr/>
          </p:nvSpPr>
          <p:spPr>
            <a:xfrm rot="1003916">
              <a:off x="4712598" y="5761182"/>
              <a:ext cx="485858" cy="468622"/>
            </a:xfrm>
            <a:prstGeom prst="arc">
              <a:avLst>
                <a:gd name="adj1" fmla="val 16200000"/>
                <a:gd name="adj2" fmla="val 13932934"/>
              </a:avLst>
            </a:prstGeom>
            <a:noFill/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320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87BF4B6-4CB5-FCBB-CF95-47DDB265BD7A}"/>
                </a:ext>
              </a:extLst>
            </p:cNvPr>
            <p:cNvSpPr/>
            <p:nvPr/>
          </p:nvSpPr>
          <p:spPr>
            <a:xfrm>
              <a:off x="4549155" y="5162189"/>
              <a:ext cx="812744" cy="62338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solidFill>
                    <a:schemeClr val="tx1"/>
                  </a:solidFill>
                </a:rPr>
                <a:t>u</a:t>
              </a:r>
              <a:r>
                <a:rPr lang="en-GB" sz="2400" baseline="-25000" dirty="0">
                  <a:solidFill>
                    <a:schemeClr val="tx1"/>
                  </a:solidFill>
                </a:rPr>
                <a:t>4</a:t>
              </a:r>
              <a:endParaRPr lang="en-GB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10F18B3-470D-7675-1693-54B105DFA0C2}"/>
                </a:ext>
              </a:extLst>
            </p:cNvPr>
            <p:cNvCxnSpPr>
              <a:cxnSpLocks/>
              <a:stCxn id="28" idx="0"/>
              <a:endCxn id="9" idx="2"/>
            </p:cNvCxnSpPr>
            <p:nvPr/>
          </p:nvCxnSpPr>
          <p:spPr>
            <a:xfrm flipV="1">
              <a:off x="4955527" y="4633895"/>
              <a:ext cx="0" cy="5282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1B6704-8274-5ADC-B4E4-D08A18E9C8FE}"/>
                </a:ext>
              </a:extLst>
            </p:cNvPr>
            <p:cNvSpPr txBox="1"/>
            <p:nvPr/>
          </p:nvSpPr>
          <p:spPr>
            <a:xfrm>
              <a:off x="4809493" y="6211669"/>
              <a:ext cx="292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accent1"/>
                  </a:solidFill>
                </a:rPr>
                <a:t>?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E724B4F-78D1-B8FA-9CED-9384B0F6FCC8}"/>
                </a:ext>
              </a:extLst>
            </p:cNvPr>
            <p:cNvSpPr txBox="1"/>
            <p:nvPr/>
          </p:nvSpPr>
          <p:spPr>
            <a:xfrm>
              <a:off x="3628383" y="1236835"/>
              <a:ext cx="351378" cy="559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794FF1-8B4D-BE9C-3D06-79DEBD40F74B}"/>
                </a:ext>
              </a:extLst>
            </p:cNvPr>
            <p:cNvSpPr txBox="1"/>
            <p:nvPr/>
          </p:nvSpPr>
          <p:spPr>
            <a:xfrm>
              <a:off x="1018871" y="3119131"/>
              <a:ext cx="3513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90B2AF3-EC9F-7B9F-6150-F0FAF14BE70A}"/>
                </a:ext>
              </a:extLst>
            </p:cNvPr>
            <p:cNvSpPr txBox="1"/>
            <p:nvPr/>
          </p:nvSpPr>
          <p:spPr>
            <a:xfrm>
              <a:off x="2229796" y="3288551"/>
              <a:ext cx="3513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8BF40E-FCE2-3181-B731-DE957003463B}"/>
                </a:ext>
              </a:extLst>
            </p:cNvPr>
            <p:cNvSpPr txBox="1"/>
            <p:nvPr/>
          </p:nvSpPr>
          <p:spPr>
            <a:xfrm>
              <a:off x="2857855" y="3288551"/>
              <a:ext cx="3513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80155F-AC11-8A79-BD63-1DB90987CC8A}"/>
                </a:ext>
              </a:extLst>
            </p:cNvPr>
            <p:cNvSpPr txBox="1"/>
            <p:nvPr/>
          </p:nvSpPr>
          <p:spPr>
            <a:xfrm>
              <a:off x="4084769" y="3119131"/>
              <a:ext cx="3513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7D03CF-D36C-52DF-A223-74909AE28C2A}"/>
                </a:ext>
              </a:extLst>
            </p:cNvPr>
            <p:cNvSpPr txBox="1"/>
            <p:nvPr/>
          </p:nvSpPr>
          <p:spPr>
            <a:xfrm>
              <a:off x="157001" y="4736094"/>
              <a:ext cx="5159473" cy="394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rgbClr val="92D050"/>
                  </a:solidFill>
                </a:rPr>
                <a:t>    1                      1                      1                     1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D8378E1-6B78-7EF2-8CF5-FF3B480B1070}"/>
                </a:ext>
              </a:extLst>
            </p:cNvPr>
            <p:cNvSpPr txBox="1"/>
            <p:nvPr/>
          </p:nvSpPr>
          <p:spPr>
            <a:xfrm>
              <a:off x="4678228" y="1044419"/>
              <a:ext cx="146708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1"/>
                  </a:solidFill>
                </a:rPr>
                <a:t>1 latent factor variance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DFE083F-F2D2-4DFB-6087-0D867790BB67}"/>
                </a:ext>
              </a:extLst>
            </p:cNvPr>
            <p:cNvSpPr txBox="1"/>
            <p:nvPr/>
          </p:nvSpPr>
          <p:spPr>
            <a:xfrm>
              <a:off x="4955526" y="2876346"/>
              <a:ext cx="14670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FF0000"/>
                  </a:solidFill>
                </a:rPr>
                <a:t>4 factor loadings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73F7462-FA28-EBA4-56E5-CA4872737CC1}"/>
                </a:ext>
              </a:extLst>
            </p:cNvPr>
            <p:cNvSpPr txBox="1"/>
            <p:nvPr/>
          </p:nvSpPr>
          <p:spPr>
            <a:xfrm>
              <a:off x="5384356" y="4431274"/>
              <a:ext cx="146708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6"/>
                  </a:solidFill>
                </a:rPr>
                <a:t>4 residual factor loadings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D38905E-70A5-B4AC-7C66-5506B71EFFA9}"/>
                </a:ext>
              </a:extLst>
            </p:cNvPr>
            <p:cNvSpPr txBox="1"/>
            <p:nvPr/>
          </p:nvSpPr>
          <p:spPr>
            <a:xfrm>
              <a:off x="5361899" y="5934670"/>
              <a:ext cx="146708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1"/>
                  </a:solidFill>
                </a:rPr>
                <a:t>4 residual factor variances</a:t>
              </a:r>
            </a:p>
          </p:txBody>
        </p:sp>
      </p:grpSp>
      <p:sp>
        <p:nvSpPr>
          <p:cNvPr id="82" name="Arc 81">
            <a:extLst>
              <a:ext uri="{FF2B5EF4-FFF2-40B4-BE49-F238E27FC236}">
                <a16:creationId xmlns:a16="http://schemas.microsoft.com/office/drawing/2014/main" id="{6D18353D-62AA-7884-5EEC-44BD6DDA3EDA}"/>
              </a:ext>
            </a:extLst>
          </p:cNvPr>
          <p:cNvSpPr/>
          <p:nvPr/>
        </p:nvSpPr>
        <p:spPr>
          <a:xfrm rot="1003916">
            <a:off x="6629621" y="4184853"/>
            <a:ext cx="405447" cy="438604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5250D5F-DF31-E093-4DEC-D223EC635ADF}"/>
              </a:ext>
            </a:extLst>
          </p:cNvPr>
          <p:cNvSpPr/>
          <p:nvPr/>
        </p:nvSpPr>
        <p:spPr>
          <a:xfrm>
            <a:off x="6531135" y="3532923"/>
            <a:ext cx="602419" cy="6606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1932743-34F5-D2DC-D00B-A12CAB28EF0B}"/>
              </a:ext>
            </a:extLst>
          </p:cNvPr>
          <p:cNvSpPr/>
          <p:nvPr/>
        </p:nvSpPr>
        <p:spPr>
          <a:xfrm>
            <a:off x="7802343" y="3532923"/>
            <a:ext cx="602419" cy="6606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F77D036-0A08-7082-CC6E-47D68CD02168}"/>
              </a:ext>
            </a:extLst>
          </p:cNvPr>
          <p:cNvSpPr/>
          <p:nvPr/>
        </p:nvSpPr>
        <p:spPr>
          <a:xfrm>
            <a:off x="9091813" y="3532923"/>
            <a:ext cx="602419" cy="6606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8C12B8D-3C49-D133-2610-677947D6187B}"/>
              </a:ext>
            </a:extLst>
          </p:cNvPr>
          <p:cNvSpPr/>
          <p:nvPr/>
        </p:nvSpPr>
        <p:spPr>
          <a:xfrm>
            <a:off x="10327392" y="3532923"/>
            <a:ext cx="602419" cy="6606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Y4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B1125D0-AC9C-DB35-4A56-2C95B2907D35}"/>
              </a:ext>
            </a:extLst>
          </p:cNvPr>
          <p:cNvSpPr/>
          <p:nvPr/>
        </p:nvSpPr>
        <p:spPr>
          <a:xfrm>
            <a:off x="8269393" y="1681251"/>
            <a:ext cx="979410" cy="8271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175A5F5-029F-EBEB-D182-B792B2B5FC83}"/>
              </a:ext>
            </a:extLst>
          </p:cNvPr>
          <p:cNvCxnSpPr>
            <a:stCxn id="87" idx="4"/>
            <a:endCxn id="83" idx="0"/>
          </p:cNvCxnSpPr>
          <p:nvPr/>
        </p:nvCxnSpPr>
        <p:spPr>
          <a:xfrm flipH="1">
            <a:off x="6832345" y="2508436"/>
            <a:ext cx="1926753" cy="102448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C6ED7FE-5238-A591-9C9C-4B4747DE7F07}"/>
              </a:ext>
            </a:extLst>
          </p:cNvPr>
          <p:cNvCxnSpPr>
            <a:stCxn id="87" idx="4"/>
            <a:endCxn id="84" idx="0"/>
          </p:cNvCxnSpPr>
          <p:nvPr/>
        </p:nvCxnSpPr>
        <p:spPr>
          <a:xfrm flipH="1">
            <a:off x="8103553" y="2508436"/>
            <a:ext cx="655545" cy="102448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70E0DBC-278F-DBCE-D9F5-40D31DEF1D79}"/>
              </a:ext>
            </a:extLst>
          </p:cNvPr>
          <p:cNvCxnSpPr>
            <a:stCxn id="87" idx="4"/>
            <a:endCxn id="85" idx="0"/>
          </p:cNvCxnSpPr>
          <p:nvPr/>
        </p:nvCxnSpPr>
        <p:spPr>
          <a:xfrm>
            <a:off x="8759098" y="2508436"/>
            <a:ext cx="633925" cy="102448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B10B973-11EE-E70B-4270-C59AAAE7C583}"/>
              </a:ext>
            </a:extLst>
          </p:cNvPr>
          <p:cNvCxnSpPr>
            <a:stCxn id="87" idx="4"/>
            <a:endCxn id="86" idx="0"/>
          </p:cNvCxnSpPr>
          <p:nvPr/>
        </p:nvCxnSpPr>
        <p:spPr>
          <a:xfrm>
            <a:off x="8759098" y="2508436"/>
            <a:ext cx="1869503" cy="1024487"/>
          </a:xfrm>
          <a:prstGeom prst="straightConnector1">
            <a:avLst/>
          </a:prstGeom>
          <a:ln w="381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Arc 91">
            <a:extLst>
              <a:ext uri="{FF2B5EF4-FFF2-40B4-BE49-F238E27FC236}">
                <a16:creationId xmlns:a16="http://schemas.microsoft.com/office/drawing/2014/main" id="{7FD89E5E-908F-24F6-2827-43B888241822}"/>
              </a:ext>
            </a:extLst>
          </p:cNvPr>
          <p:cNvSpPr/>
          <p:nvPr/>
        </p:nvSpPr>
        <p:spPr>
          <a:xfrm rot="15103718">
            <a:off x="9057902" y="1381885"/>
            <a:ext cx="675653" cy="589032"/>
          </a:xfrm>
          <a:prstGeom prst="arc">
            <a:avLst>
              <a:gd name="adj1" fmla="val 16200000"/>
              <a:gd name="adj2" fmla="val 13932934"/>
            </a:avLst>
          </a:prstGeom>
          <a:noFill/>
          <a:ln w="381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2DBFEE-71BF-B07A-F0FA-764E2BE76686}"/>
              </a:ext>
            </a:extLst>
          </p:cNvPr>
          <p:cNvSpPr txBox="1"/>
          <p:nvPr/>
        </p:nvSpPr>
        <p:spPr>
          <a:xfrm>
            <a:off x="6710479" y="4606483"/>
            <a:ext cx="243730" cy="34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96" name="Arc 95">
            <a:extLst>
              <a:ext uri="{FF2B5EF4-FFF2-40B4-BE49-F238E27FC236}">
                <a16:creationId xmlns:a16="http://schemas.microsoft.com/office/drawing/2014/main" id="{A914DB25-9E78-5C8A-BE2D-39FA6EBFDCCD}"/>
              </a:ext>
            </a:extLst>
          </p:cNvPr>
          <p:cNvSpPr/>
          <p:nvPr/>
        </p:nvSpPr>
        <p:spPr>
          <a:xfrm rot="1003916">
            <a:off x="7900830" y="4184853"/>
            <a:ext cx="405447" cy="438604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729227-D234-6009-4DF7-349140F1B9EE}"/>
              </a:ext>
            </a:extLst>
          </p:cNvPr>
          <p:cNvSpPr txBox="1"/>
          <p:nvPr/>
        </p:nvSpPr>
        <p:spPr>
          <a:xfrm>
            <a:off x="7981688" y="4606483"/>
            <a:ext cx="243730" cy="34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91E6DFFB-50E0-F250-3408-C6972620BBE6}"/>
              </a:ext>
            </a:extLst>
          </p:cNvPr>
          <p:cNvSpPr/>
          <p:nvPr/>
        </p:nvSpPr>
        <p:spPr>
          <a:xfrm rot="1003916">
            <a:off x="9190300" y="4184853"/>
            <a:ext cx="405447" cy="438604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5FF48F7-F2A3-AF9D-E785-CF070047E86E}"/>
              </a:ext>
            </a:extLst>
          </p:cNvPr>
          <p:cNvSpPr txBox="1"/>
          <p:nvPr/>
        </p:nvSpPr>
        <p:spPr>
          <a:xfrm>
            <a:off x="9271159" y="4606483"/>
            <a:ext cx="243730" cy="34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04" name="Arc 103">
            <a:extLst>
              <a:ext uri="{FF2B5EF4-FFF2-40B4-BE49-F238E27FC236}">
                <a16:creationId xmlns:a16="http://schemas.microsoft.com/office/drawing/2014/main" id="{1FC7B723-29CE-425D-A097-7B3F2DE40950}"/>
              </a:ext>
            </a:extLst>
          </p:cNvPr>
          <p:cNvSpPr/>
          <p:nvPr/>
        </p:nvSpPr>
        <p:spPr>
          <a:xfrm rot="1003916">
            <a:off x="10425878" y="4184853"/>
            <a:ext cx="405447" cy="438604"/>
          </a:xfrm>
          <a:prstGeom prst="arc">
            <a:avLst>
              <a:gd name="adj1" fmla="val 16200000"/>
              <a:gd name="adj2" fmla="val 13932934"/>
            </a:avLst>
          </a:prstGeom>
          <a:noFill/>
          <a:ln w="2857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3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ACF84A6-6E01-D505-D614-FDA5F54C8877}"/>
              </a:ext>
            </a:extLst>
          </p:cNvPr>
          <p:cNvSpPr txBox="1"/>
          <p:nvPr/>
        </p:nvSpPr>
        <p:spPr>
          <a:xfrm>
            <a:off x="10506737" y="4606483"/>
            <a:ext cx="243730" cy="34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6AE4998-BD16-CCD0-B37E-95E91A72B424}"/>
              </a:ext>
            </a:extLst>
          </p:cNvPr>
          <p:cNvSpPr txBox="1"/>
          <p:nvPr/>
        </p:nvSpPr>
        <p:spPr>
          <a:xfrm>
            <a:off x="9521105" y="1014105"/>
            <a:ext cx="293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A44F05D-E9B8-873E-8437-6B85E2176131}"/>
              </a:ext>
            </a:extLst>
          </p:cNvPr>
          <p:cNvSpPr txBox="1"/>
          <p:nvPr/>
        </p:nvSpPr>
        <p:spPr>
          <a:xfrm>
            <a:off x="7343473" y="2775828"/>
            <a:ext cx="293224" cy="48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5049DB1-D18E-F404-B290-55B484592CF1}"/>
              </a:ext>
            </a:extLst>
          </p:cNvPr>
          <p:cNvSpPr txBox="1"/>
          <p:nvPr/>
        </p:nvSpPr>
        <p:spPr>
          <a:xfrm>
            <a:off x="8353987" y="2934395"/>
            <a:ext cx="293224" cy="48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F8B7CC-1594-3963-C384-F2B20DD2B436}"/>
              </a:ext>
            </a:extLst>
          </p:cNvPr>
          <p:cNvSpPr txBox="1"/>
          <p:nvPr/>
        </p:nvSpPr>
        <p:spPr>
          <a:xfrm>
            <a:off x="8878100" y="2934395"/>
            <a:ext cx="293224" cy="48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8810EA0-EB2A-8A0F-E691-F5670D832519}"/>
              </a:ext>
            </a:extLst>
          </p:cNvPr>
          <p:cNvSpPr txBox="1"/>
          <p:nvPr/>
        </p:nvSpPr>
        <p:spPr>
          <a:xfrm>
            <a:off x="9901957" y="2775828"/>
            <a:ext cx="293224" cy="48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24245E1-D788-0619-0D41-2517DBEE27C1}"/>
              </a:ext>
            </a:extLst>
          </p:cNvPr>
          <p:cNvSpPr txBox="1"/>
          <p:nvPr/>
        </p:nvSpPr>
        <p:spPr>
          <a:xfrm>
            <a:off x="10397197" y="834015"/>
            <a:ext cx="1224282" cy="86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1 latent factor variance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0CB525E-BCD6-AC90-8075-8DA849BD6178}"/>
              </a:ext>
            </a:extLst>
          </p:cNvPr>
          <p:cNvSpPr txBox="1"/>
          <p:nvPr/>
        </p:nvSpPr>
        <p:spPr>
          <a:xfrm>
            <a:off x="10628601" y="2548595"/>
            <a:ext cx="1224282" cy="60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4 factor loadings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69D7F55-4767-400B-DDCD-778D91769A97}"/>
              </a:ext>
            </a:extLst>
          </p:cNvPr>
          <p:cNvSpPr txBox="1"/>
          <p:nvPr/>
        </p:nvSpPr>
        <p:spPr>
          <a:xfrm>
            <a:off x="10967718" y="4347228"/>
            <a:ext cx="1224282" cy="864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4 residual factor variances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59B67DF-4777-FB40-E739-E1956FA1ADA6}"/>
              </a:ext>
            </a:extLst>
          </p:cNvPr>
          <p:cNvSpPr txBox="1"/>
          <p:nvPr/>
        </p:nvSpPr>
        <p:spPr>
          <a:xfrm>
            <a:off x="191063" y="204186"/>
            <a:ext cx="474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29D96AD-1338-AF8D-D702-D7254BCE12EA}"/>
              </a:ext>
            </a:extLst>
          </p:cNvPr>
          <p:cNvSpPr txBox="1"/>
          <p:nvPr/>
        </p:nvSpPr>
        <p:spPr>
          <a:xfrm>
            <a:off x="6533065" y="204186"/>
            <a:ext cx="474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dirty="0"/>
              <a:t>B</a:t>
            </a:r>
            <a:endParaRPr lang="en-GB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74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345</Words>
  <Application>Microsoft Office PowerPoint</Application>
  <PresentationFormat>Widescreen</PresentationFormat>
  <Paragraphs>221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22</cp:revision>
  <dcterms:created xsi:type="dcterms:W3CDTF">2025-08-20T12:50:25Z</dcterms:created>
  <dcterms:modified xsi:type="dcterms:W3CDTF">2025-11-10T12:29:04Z</dcterms:modified>
</cp:coreProperties>
</file>