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E3D8-D916-4A58-A443-06A147D43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64714-E9EA-4322-88C8-EA8EE037D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7FE0-95EA-4D83-96FB-110472E7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A3838-03FE-4E4A-AD4C-629E87D8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B1F39-BBB0-455C-9E60-DD0BD145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782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BBAF5-378D-4EEA-A07E-0120F0CB9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84856-D962-45FB-9E25-741AD200B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E96DC-E17B-4976-A266-A5348502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12860-6627-4E07-B503-F1E80AB7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C3326-6627-42B6-A76F-66193234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13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CE83-4C36-449E-8E18-FDD7C5453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9E9BA-3243-4721-A47A-19C520BEB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1CA58-B1FF-4ED6-B91F-D733988C7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17624-48C4-457F-A570-D156AA47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465DF-41F9-4BAE-87D3-D8B8B025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76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1415-2AA4-43F7-9888-AE6297C22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A4484-E540-4CED-BE49-4C1EE8BBA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CFC32-9ADA-48CA-9061-ED728BE56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56BF2-63DF-4008-9AFA-7E3BDBF6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BBC0B-C22F-4D75-A2C4-648BFED8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CF7A3-34C7-4565-BA8D-7D24CDB6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50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49D2-0A73-47B5-93EC-C2672604F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38892-F123-4906-9E48-6575E6DAC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30BBB-967F-49CC-B9F3-732DC7F16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0A519-13D6-4E69-8CD5-B807D61B4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7249E-4864-490F-8BCA-4CF0C837D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91670-9810-4E01-BB47-BC6CC36D1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7DEB1-4232-4A38-8F32-B029B6D3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0406F6-22E8-4448-9002-DA53701B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94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E201-3077-409F-A89A-8CCA58F3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E0695-4CC8-4EE9-BB3F-C7A44454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21F4B-D732-48A9-AA0D-773DD2B1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69F0A-89BC-4D82-83C2-FE324AED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139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3F8AC-DCEE-42B0-9592-52D74631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D66A51-0CCD-4D16-8FFD-0023140D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02439-A201-4658-B1B7-EE2DBC94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4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A9A2-B845-4802-A6C1-BD0ED9C5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5169-2981-4C4B-8F24-4789C0C89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D2FB6-B3D5-4B59-8E79-70937A7F6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CEAF8-4CD3-4552-8DEF-42144F16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22944-65C7-4487-96C8-E26EF6EC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8D441-150C-4ABC-89D1-18D75E7F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73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5DBA-4226-4A0A-8372-5E1FEA3C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DC9AF5-B84D-4330-BCDE-8FA2DF2A3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47D29-2666-442C-B268-C4F8656A9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57FC0-6EC2-4C54-BB52-93E6B4798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24688-6364-4EF4-AECD-AEE85744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A7298-F5DC-4D87-BB11-A9D3F213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40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5CEB-9AF6-43AF-9B9F-7755B439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762AC-224F-422C-8316-170B45B73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68A2A-30D7-449E-9AEA-6601F982C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97F7-7600-4B02-8728-2E833E8F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57030-76AC-4AA8-B42E-A5A9474D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004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9E298-CE01-4D6B-87B5-F7A36C538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7870D-BCAA-4F96-B6FE-7110FFEBA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DE1FE-B679-481A-8E11-1762431D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D5F1-1C1D-4E53-884F-F37CCDA5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E6CF4-08D9-4FEF-BC4D-261C9BC9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320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AEBFD-C95D-4285-AA0E-6B7E399C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8E7DA-64E6-46E5-9DF2-F76E3FCF5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94403-24F5-4F70-A57D-070CCE67F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B851B-DD80-4252-8CB4-AF2753BCF959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636AA-F890-4BD9-8BEA-8DBD8944D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9D59F-90D4-44BF-869E-EE7EC2F8C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0D0BD-5DD6-48C4-B54B-F75554D023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21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F18C95-C6A3-482F-99E7-958DA008B6C2}"/>
              </a:ext>
            </a:extLst>
          </p:cNvPr>
          <p:cNvSpPr/>
          <p:nvPr/>
        </p:nvSpPr>
        <p:spPr>
          <a:xfrm>
            <a:off x="8572688" y="2766437"/>
            <a:ext cx="2052979" cy="1325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tx1"/>
                </a:solidFill>
                <a:latin typeface="Goudy Old Style" panose="02020502050305020303" pitchFamily="18" charset="0"/>
              </a:rPr>
              <a:t>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6B36-7AB2-42F0-8EB9-B591C4EC9D1B}"/>
              </a:ext>
            </a:extLst>
          </p:cNvPr>
          <p:cNvSpPr/>
          <p:nvPr/>
        </p:nvSpPr>
        <p:spPr>
          <a:xfrm>
            <a:off x="1532467" y="2766437"/>
            <a:ext cx="2323913" cy="1325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tx1"/>
                </a:solidFill>
                <a:latin typeface="Goudy Old Style" panose="02020502050305020303" pitchFamily="18" charset="0"/>
              </a:rPr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B4329-0232-4446-8CB6-3B27498CF89F}"/>
              </a:ext>
            </a:extLst>
          </p:cNvPr>
          <p:cNvSpPr/>
          <p:nvPr/>
        </p:nvSpPr>
        <p:spPr>
          <a:xfrm>
            <a:off x="1532467" y="5278874"/>
            <a:ext cx="2323913" cy="1325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tx1"/>
                </a:solidFill>
                <a:latin typeface="Goudy Old Style" panose="02020502050305020303" pitchFamily="18" charset="0"/>
              </a:rPr>
              <a:t>C2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BBA5CE-C761-44EF-A762-8075F87A0A0A}"/>
              </a:ext>
            </a:extLst>
          </p:cNvPr>
          <p:cNvSpPr/>
          <p:nvPr/>
        </p:nvSpPr>
        <p:spPr>
          <a:xfrm>
            <a:off x="1532467" y="254000"/>
            <a:ext cx="2323913" cy="1325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tx1"/>
                </a:solidFill>
                <a:latin typeface="Goudy Old Style" panose="02020502050305020303" pitchFamily="18" charset="0"/>
              </a:rPr>
              <a:t>C1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98E5FD-8900-42E1-A3A3-56EED516928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856380" y="916563"/>
            <a:ext cx="4716307" cy="22686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A051A4-CC02-436E-B7CA-D5047EA2E341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>
            <a:off x="2694424" y="1579126"/>
            <a:ext cx="0" cy="118731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D1DEF8-EFA1-4874-B165-F2B9FCD1173C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 flipV="1">
            <a:off x="2694424" y="4091563"/>
            <a:ext cx="0" cy="118731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6E758F-AD95-49E6-9BD3-740772CA905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856380" y="3429000"/>
            <a:ext cx="471630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B11787-1738-4D87-BA1A-BE6C6A8048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856380" y="3672823"/>
            <a:ext cx="4716307" cy="226861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A313685-4D14-4A26-AC08-2F0534400284}"/>
              </a:ext>
            </a:extLst>
          </p:cNvPr>
          <p:cNvSpPr txBox="1"/>
          <p:nvPr/>
        </p:nvSpPr>
        <p:spPr>
          <a:xfrm>
            <a:off x="5651396" y="2857285"/>
            <a:ext cx="375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5652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F18C95-C6A3-482F-99E7-958DA008B6C2}"/>
              </a:ext>
            </a:extLst>
          </p:cNvPr>
          <p:cNvSpPr/>
          <p:nvPr/>
        </p:nvSpPr>
        <p:spPr>
          <a:xfrm>
            <a:off x="8572688" y="2766437"/>
            <a:ext cx="2052979" cy="1325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Goudy Old Style" panose="02020502050305020303" pitchFamily="18" charset="0"/>
              </a:rPr>
              <a:t>Scurvy symptoms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6B36-7AB2-42F0-8EB9-B591C4EC9D1B}"/>
              </a:ext>
            </a:extLst>
          </p:cNvPr>
          <p:cNvSpPr/>
          <p:nvPr/>
        </p:nvSpPr>
        <p:spPr>
          <a:xfrm>
            <a:off x="1532467" y="2766437"/>
            <a:ext cx="2323913" cy="1325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Goudy Old Style" panose="02020502050305020303" pitchFamily="18" charset="0"/>
              </a:rPr>
              <a:t>Number of lemons eaten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B4329-0232-4446-8CB6-3B27498CF89F}"/>
              </a:ext>
            </a:extLst>
          </p:cNvPr>
          <p:cNvSpPr/>
          <p:nvPr/>
        </p:nvSpPr>
        <p:spPr>
          <a:xfrm>
            <a:off x="1532467" y="5278874"/>
            <a:ext cx="2323913" cy="1325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Goudy Old Style" panose="02020502050305020303" pitchFamily="18" charset="0"/>
              </a:rPr>
              <a:t>Time spent at sea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BBA5CE-C761-44EF-A762-8075F87A0A0A}"/>
              </a:ext>
            </a:extLst>
          </p:cNvPr>
          <p:cNvSpPr/>
          <p:nvPr/>
        </p:nvSpPr>
        <p:spPr>
          <a:xfrm>
            <a:off x="1532467" y="254000"/>
            <a:ext cx="2323913" cy="1325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Goudy Old Style" panose="02020502050305020303" pitchFamily="18" charset="0"/>
              </a:rPr>
              <a:t>Rank of sailor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98E5FD-8900-42E1-A3A3-56EED516928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856380" y="916563"/>
            <a:ext cx="4716307" cy="22686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A051A4-CC02-436E-B7CA-D5047EA2E341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>
            <a:off x="2694424" y="1579126"/>
            <a:ext cx="0" cy="118731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D1DEF8-EFA1-4874-B165-F2B9FCD1173C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 flipV="1">
            <a:off x="2694424" y="4091563"/>
            <a:ext cx="0" cy="118731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6E758F-AD95-49E6-9BD3-740772CA905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856380" y="3429000"/>
            <a:ext cx="471630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B11787-1738-4D87-BA1A-BE6C6A8048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856380" y="3672823"/>
            <a:ext cx="4716307" cy="226861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A313685-4D14-4A26-AC08-2F0534400284}"/>
              </a:ext>
            </a:extLst>
          </p:cNvPr>
          <p:cNvSpPr txBox="1"/>
          <p:nvPr/>
        </p:nvSpPr>
        <p:spPr>
          <a:xfrm>
            <a:off x="5651396" y="2857285"/>
            <a:ext cx="375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0FC4D6-0DE3-476D-8494-DFE8BB92F8E7}"/>
              </a:ext>
            </a:extLst>
          </p:cNvPr>
          <p:cNvSpPr txBox="1"/>
          <p:nvPr/>
        </p:nvSpPr>
        <p:spPr>
          <a:xfrm>
            <a:off x="2711356" y="4392831"/>
            <a:ext cx="38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F50C4B-29A8-4CD7-BDDA-7449FDC9EE2D}"/>
              </a:ext>
            </a:extLst>
          </p:cNvPr>
          <p:cNvSpPr txBox="1"/>
          <p:nvPr/>
        </p:nvSpPr>
        <p:spPr>
          <a:xfrm>
            <a:off x="5651395" y="4986486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D82A0B-ECE6-4450-8A13-C6F6D7458978}"/>
              </a:ext>
            </a:extLst>
          </p:cNvPr>
          <p:cNvSpPr txBox="1"/>
          <p:nvPr/>
        </p:nvSpPr>
        <p:spPr>
          <a:xfrm>
            <a:off x="5651395" y="1286738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72CBF1-DC2A-4B86-8BD7-DE32DF015B0D}"/>
              </a:ext>
            </a:extLst>
          </p:cNvPr>
          <p:cNvSpPr txBox="1"/>
          <p:nvPr/>
        </p:nvSpPr>
        <p:spPr>
          <a:xfrm>
            <a:off x="2714561" y="1880963"/>
            <a:ext cx="357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3437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F18C95-C6A3-482F-99E7-958DA008B6C2}"/>
              </a:ext>
            </a:extLst>
          </p:cNvPr>
          <p:cNvSpPr/>
          <p:nvPr/>
        </p:nvSpPr>
        <p:spPr>
          <a:xfrm>
            <a:off x="8944476" y="3958954"/>
            <a:ext cx="2565401" cy="15951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Scurvy Symptoms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6B36-7AB2-42F0-8EB9-B591C4EC9D1B}"/>
              </a:ext>
            </a:extLst>
          </p:cNvPr>
          <p:cNvSpPr/>
          <p:nvPr/>
        </p:nvSpPr>
        <p:spPr>
          <a:xfrm>
            <a:off x="821266" y="3958954"/>
            <a:ext cx="2565401" cy="15951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Lemon Diet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BBA5CE-C761-44EF-A762-8075F87A0A0A}"/>
              </a:ext>
            </a:extLst>
          </p:cNvPr>
          <p:cNvSpPr/>
          <p:nvPr/>
        </p:nvSpPr>
        <p:spPr>
          <a:xfrm>
            <a:off x="4696256" y="970275"/>
            <a:ext cx="2565401" cy="15951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Vitamin C levels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98E5FD-8900-42E1-A3A3-56EED516928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261657" y="1767864"/>
            <a:ext cx="2026276" cy="219109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A051A4-CC02-436E-B7CA-D5047EA2E34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115733" y="1767864"/>
            <a:ext cx="1580523" cy="219109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6E758F-AD95-49E6-9BD3-740772CA905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386667" y="4756543"/>
            <a:ext cx="5557809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79F71B-EFE0-4438-864B-1B3DAB3FFF57}"/>
              </a:ext>
            </a:extLst>
          </p:cNvPr>
          <p:cNvSpPr txBox="1"/>
          <p:nvPr/>
        </p:nvSpPr>
        <p:spPr>
          <a:xfrm>
            <a:off x="5978957" y="4291789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3824F7-59CF-4AC2-A3ED-B2705B500751}"/>
              </a:ext>
            </a:extLst>
          </p:cNvPr>
          <p:cNvSpPr txBox="1"/>
          <p:nvPr/>
        </p:nvSpPr>
        <p:spPr>
          <a:xfrm>
            <a:off x="8106319" y="2276200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CD06BB-33EB-4BD9-A898-931D5326144E}"/>
              </a:ext>
            </a:extLst>
          </p:cNvPr>
          <p:cNvSpPr txBox="1"/>
          <p:nvPr/>
        </p:nvSpPr>
        <p:spPr>
          <a:xfrm>
            <a:off x="3514642" y="2340189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800CF1-9F40-438F-8956-1ABC204FD7D6}"/>
              </a:ext>
            </a:extLst>
          </p:cNvPr>
          <p:cNvCxnSpPr>
            <a:cxnSpLocks/>
          </p:cNvCxnSpPr>
          <p:nvPr/>
        </p:nvCxnSpPr>
        <p:spPr>
          <a:xfrm flipH="1" flipV="1">
            <a:off x="821266" y="3344333"/>
            <a:ext cx="381001" cy="61462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2F74F1-E525-4BBA-B048-88C22FAB1A6D}"/>
              </a:ext>
            </a:extLst>
          </p:cNvPr>
          <p:cNvSpPr txBox="1"/>
          <p:nvPr/>
        </p:nvSpPr>
        <p:spPr>
          <a:xfrm>
            <a:off x="169505" y="2682744"/>
            <a:ext cx="1123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Random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Allocation</a:t>
            </a:r>
          </a:p>
        </p:txBody>
      </p:sp>
    </p:spTree>
    <p:extLst>
      <p:ext uri="{BB962C8B-B14F-4D97-AF65-F5344CB8AC3E}">
        <p14:creationId xmlns:p14="http://schemas.microsoft.com/office/powerpoint/2010/main" val="4007573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AE5966A-D27A-4528-9169-125A9C957ADA}"/>
              </a:ext>
            </a:extLst>
          </p:cNvPr>
          <p:cNvGrpSpPr/>
          <p:nvPr/>
        </p:nvGrpSpPr>
        <p:grpSpPr>
          <a:xfrm>
            <a:off x="2377590" y="1564627"/>
            <a:ext cx="3361266" cy="1371599"/>
            <a:chOff x="1532466" y="542875"/>
            <a:chExt cx="9093201" cy="32830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F18C95-C6A3-482F-99E7-958DA008B6C2}"/>
                </a:ext>
              </a:extLst>
            </p:cNvPr>
            <p:cNvSpPr/>
            <p:nvPr/>
          </p:nvSpPr>
          <p:spPr>
            <a:xfrm>
              <a:off x="8572688" y="2500760"/>
              <a:ext cx="2052979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Y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B116B36-7AB2-42F0-8EB9-B591C4EC9D1B}"/>
                </a:ext>
              </a:extLst>
            </p:cNvPr>
            <p:cNvSpPr/>
            <p:nvPr/>
          </p:nvSpPr>
          <p:spPr>
            <a:xfrm>
              <a:off x="1532466" y="2500760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X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BBA5CE-C761-44EF-A762-8075F87A0A0A}"/>
                </a:ext>
              </a:extLst>
            </p:cNvPr>
            <p:cNvSpPr/>
            <p:nvPr/>
          </p:nvSpPr>
          <p:spPr>
            <a:xfrm>
              <a:off x="4770445" y="542875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M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598E5FD-8900-42E1-A3A3-56EED5169289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7094358" y="1205439"/>
              <a:ext cx="1861539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3A051A4-CC02-436E-B7CA-D5047EA2E341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3483881" y="1205439"/>
              <a:ext cx="1286564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D6E758F-AD95-49E6-9BD3-740772CA9056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3856378" y="3163324"/>
              <a:ext cx="471630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56490BE-2773-46ED-8AA6-9102D3D795F9}"/>
              </a:ext>
            </a:extLst>
          </p:cNvPr>
          <p:cNvGrpSpPr/>
          <p:nvPr/>
        </p:nvGrpSpPr>
        <p:grpSpPr>
          <a:xfrm>
            <a:off x="4566635" y="3766656"/>
            <a:ext cx="3361266" cy="1371599"/>
            <a:chOff x="1532466" y="542875"/>
            <a:chExt cx="9093201" cy="3283011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85BF54A-E86E-415B-9A30-ED481D933035}"/>
                </a:ext>
              </a:extLst>
            </p:cNvPr>
            <p:cNvSpPr/>
            <p:nvPr/>
          </p:nvSpPr>
          <p:spPr>
            <a:xfrm>
              <a:off x="8572688" y="2500760"/>
              <a:ext cx="2052979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Y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A0D9C51-3923-4657-805A-F5A87610CF39}"/>
                </a:ext>
              </a:extLst>
            </p:cNvPr>
            <p:cNvSpPr/>
            <p:nvPr/>
          </p:nvSpPr>
          <p:spPr>
            <a:xfrm>
              <a:off x="1532466" y="2500760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X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A14240B-1ABE-4D55-B4CB-32C394DABAAB}"/>
                </a:ext>
              </a:extLst>
            </p:cNvPr>
            <p:cNvSpPr/>
            <p:nvPr/>
          </p:nvSpPr>
          <p:spPr>
            <a:xfrm>
              <a:off x="4770445" y="542875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M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2575E2B-05EF-40BC-8AFF-B45100817571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>
              <a:off x="7094358" y="1205439"/>
              <a:ext cx="1861539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501ADE3-C81E-44C1-A561-FA872804E09B}"/>
                </a:ext>
              </a:extLst>
            </p:cNvPr>
            <p:cNvCxnSpPr>
              <a:cxnSpLocks/>
              <a:endCxn id="56" idx="1"/>
            </p:cNvCxnSpPr>
            <p:nvPr/>
          </p:nvCxnSpPr>
          <p:spPr>
            <a:xfrm>
              <a:off x="3402268" y="1175635"/>
              <a:ext cx="1368176" cy="2980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7BC9C5B-A4A8-4654-A370-3C62DB183D06}"/>
                </a:ext>
              </a:extLst>
            </p:cNvPr>
            <p:cNvCxnSpPr>
              <a:cxnSpLocks/>
              <a:stCxn id="55" idx="3"/>
              <a:endCxn id="54" idx="1"/>
            </p:cNvCxnSpPr>
            <p:nvPr/>
          </p:nvCxnSpPr>
          <p:spPr>
            <a:xfrm>
              <a:off x="3856378" y="3163324"/>
              <a:ext cx="471630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28330F2-3BCE-4B00-96EC-0D347CD20A53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4996148" y="4216401"/>
            <a:ext cx="0" cy="36823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0D630BE3-439A-4511-9FD4-5546D42AF739}"/>
              </a:ext>
            </a:extLst>
          </p:cNvPr>
          <p:cNvSpPr/>
          <p:nvPr/>
        </p:nvSpPr>
        <p:spPr>
          <a:xfrm>
            <a:off x="4662604" y="3681605"/>
            <a:ext cx="859025" cy="5536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bg1">
                    <a:lumMod val="75000"/>
                  </a:schemeClr>
                </a:solidFill>
                <a:latin typeface="Eras Medium ITC" panose="020B0602030504020804" pitchFamily="34" charset="0"/>
              </a:rPr>
              <a:t>?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D7334D7-4606-4D21-B047-1BF8C7AE3E0E}"/>
              </a:ext>
            </a:extLst>
          </p:cNvPr>
          <p:cNvGrpSpPr/>
          <p:nvPr/>
        </p:nvGrpSpPr>
        <p:grpSpPr>
          <a:xfrm>
            <a:off x="6622566" y="1564627"/>
            <a:ext cx="3361266" cy="1371599"/>
            <a:chOff x="1532466" y="542875"/>
            <a:chExt cx="9093201" cy="328301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88F2384-9970-4F7F-825A-ADEBDFFD995D}"/>
                </a:ext>
              </a:extLst>
            </p:cNvPr>
            <p:cNvSpPr/>
            <p:nvPr/>
          </p:nvSpPr>
          <p:spPr>
            <a:xfrm>
              <a:off x="8572688" y="2500760"/>
              <a:ext cx="2052979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Y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537EFAC-D0DE-4EDE-A725-827CD51000CA}"/>
                </a:ext>
              </a:extLst>
            </p:cNvPr>
            <p:cNvSpPr/>
            <p:nvPr/>
          </p:nvSpPr>
          <p:spPr>
            <a:xfrm>
              <a:off x="1532466" y="2500760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X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9129FDB-C8A7-48C5-8184-112623C9BAE2}"/>
                </a:ext>
              </a:extLst>
            </p:cNvPr>
            <p:cNvSpPr/>
            <p:nvPr/>
          </p:nvSpPr>
          <p:spPr>
            <a:xfrm>
              <a:off x="4770445" y="542875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M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F1147CD-4624-45F7-BD75-4C5047BD4A59}"/>
                </a:ext>
              </a:extLst>
            </p:cNvPr>
            <p:cNvCxnSpPr>
              <a:cxnSpLocks/>
              <a:stCxn id="66" idx="0"/>
              <a:endCxn id="68" idx="3"/>
            </p:cNvCxnSpPr>
            <p:nvPr/>
          </p:nvCxnSpPr>
          <p:spPr>
            <a:xfrm flipH="1" flipV="1">
              <a:off x="7094358" y="1205439"/>
              <a:ext cx="2504820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16A97E2-1153-48EB-8A8E-26197ACA6D7F}"/>
                </a:ext>
              </a:extLst>
            </p:cNvPr>
            <p:cNvCxnSpPr>
              <a:cxnSpLocks/>
              <a:endCxn id="68" idx="1"/>
            </p:cNvCxnSpPr>
            <p:nvPr/>
          </p:nvCxnSpPr>
          <p:spPr>
            <a:xfrm flipV="1">
              <a:off x="3483881" y="1205439"/>
              <a:ext cx="1286564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3E61F22B-6BF7-4978-B082-AA8091595C2E}"/>
                </a:ext>
              </a:extLst>
            </p:cNvPr>
            <p:cNvCxnSpPr>
              <a:cxnSpLocks/>
              <a:stCxn id="66" idx="1"/>
              <a:endCxn id="67" idx="3"/>
            </p:cNvCxnSpPr>
            <p:nvPr/>
          </p:nvCxnSpPr>
          <p:spPr>
            <a:xfrm flipH="1">
              <a:off x="3856378" y="3163324"/>
              <a:ext cx="471630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6CDCABF-59DC-4B57-B070-19AD36D10281}"/>
              </a:ext>
            </a:extLst>
          </p:cNvPr>
          <p:cNvGrpSpPr/>
          <p:nvPr/>
        </p:nvGrpSpPr>
        <p:grpSpPr>
          <a:xfrm>
            <a:off x="8405147" y="3859456"/>
            <a:ext cx="3361266" cy="1371599"/>
            <a:chOff x="1532466" y="542875"/>
            <a:chExt cx="9093201" cy="3283011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8C45ECF-3424-4315-B354-E1F073887C4B}"/>
                </a:ext>
              </a:extLst>
            </p:cNvPr>
            <p:cNvSpPr/>
            <p:nvPr/>
          </p:nvSpPr>
          <p:spPr>
            <a:xfrm>
              <a:off x="8572688" y="2500760"/>
              <a:ext cx="2052979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Y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8202115-7335-41C9-BC64-99063759B3CC}"/>
                </a:ext>
              </a:extLst>
            </p:cNvPr>
            <p:cNvSpPr/>
            <p:nvPr/>
          </p:nvSpPr>
          <p:spPr>
            <a:xfrm>
              <a:off x="1532466" y="2500760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X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31A8659-8358-406F-B071-DC619ADFD3C9}"/>
                </a:ext>
              </a:extLst>
            </p:cNvPr>
            <p:cNvSpPr/>
            <p:nvPr/>
          </p:nvSpPr>
          <p:spPr>
            <a:xfrm>
              <a:off x="4770445" y="542875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M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F30F045-78E0-4C8E-842A-937431192848}"/>
                </a:ext>
              </a:extLst>
            </p:cNvPr>
            <p:cNvCxnSpPr>
              <a:cxnSpLocks/>
              <a:stCxn id="78" idx="0"/>
              <a:endCxn id="80" idx="3"/>
            </p:cNvCxnSpPr>
            <p:nvPr/>
          </p:nvCxnSpPr>
          <p:spPr>
            <a:xfrm flipH="1" flipV="1">
              <a:off x="7094358" y="1205439"/>
              <a:ext cx="2504820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F9378AC-0B65-4B8A-93B8-152E8204AD6B}"/>
                </a:ext>
              </a:extLst>
            </p:cNvPr>
            <p:cNvCxnSpPr>
              <a:cxnSpLocks/>
              <a:endCxn id="80" idx="1"/>
            </p:cNvCxnSpPr>
            <p:nvPr/>
          </p:nvCxnSpPr>
          <p:spPr>
            <a:xfrm flipV="1">
              <a:off x="3483881" y="1205439"/>
              <a:ext cx="1286564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8E4BEB9-0773-40DD-A9A4-743A1D6FF2D0}"/>
                </a:ext>
              </a:extLst>
            </p:cNvPr>
            <p:cNvCxnSpPr>
              <a:cxnSpLocks/>
              <a:stCxn id="79" idx="3"/>
              <a:endCxn id="78" idx="1"/>
            </p:cNvCxnSpPr>
            <p:nvPr/>
          </p:nvCxnSpPr>
          <p:spPr>
            <a:xfrm>
              <a:off x="3856378" y="3163324"/>
              <a:ext cx="471630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7620941-2FA5-4899-9D2F-630F9C182E33}"/>
              </a:ext>
            </a:extLst>
          </p:cNvPr>
          <p:cNvGrpSpPr/>
          <p:nvPr/>
        </p:nvGrpSpPr>
        <p:grpSpPr>
          <a:xfrm>
            <a:off x="486211" y="3766656"/>
            <a:ext cx="3361266" cy="1371599"/>
            <a:chOff x="1532466" y="542875"/>
            <a:chExt cx="9093201" cy="3283011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41FFBDD-4D8C-47A0-92FA-D67C2C9E6B8E}"/>
                </a:ext>
              </a:extLst>
            </p:cNvPr>
            <p:cNvSpPr/>
            <p:nvPr/>
          </p:nvSpPr>
          <p:spPr>
            <a:xfrm>
              <a:off x="8572688" y="2500760"/>
              <a:ext cx="2052979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Y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2484B1C-60F9-4D22-B30B-70B22D5EEA35}"/>
                </a:ext>
              </a:extLst>
            </p:cNvPr>
            <p:cNvSpPr/>
            <p:nvPr/>
          </p:nvSpPr>
          <p:spPr>
            <a:xfrm>
              <a:off x="1532466" y="2500760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X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E806F56-59D7-4D0F-836F-9ECB05269B80}"/>
                </a:ext>
              </a:extLst>
            </p:cNvPr>
            <p:cNvSpPr/>
            <p:nvPr/>
          </p:nvSpPr>
          <p:spPr>
            <a:xfrm>
              <a:off x="4770445" y="542875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0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M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2C271FA3-CA9D-4552-9699-FABFDE258934}"/>
                </a:ext>
              </a:extLst>
            </p:cNvPr>
            <p:cNvCxnSpPr>
              <a:cxnSpLocks/>
              <a:stCxn id="88" idx="0"/>
              <a:endCxn id="90" idx="3"/>
            </p:cNvCxnSpPr>
            <p:nvPr/>
          </p:nvCxnSpPr>
          <p:spPr>
            <a:xfrm flipH="1" flipV="1">
              <a:off x="7094358" y="1205439"/>
              <a:ext cx="2504820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A11891A-0D66-4A37-B2BE-269527448C2E}"/>
                </a:ext>
              </a:extLst>
            </p:cNvPr>
            <p:cNvCxnSpPr>
              <a:cxnSpLocks/>
              <a:stCxn id="90" idx="1"/>
              <a:endCxn id="89" idx="0"/>
            </p:cNvCxnSpPr>
            <p:nvPr/>
          </p:nvCxnSpPr>
          <p:spPr>
            <a:xfrm flipH="1">
              <a:off x="2694422" y="1205439"/>
              <a:ext cx="2076023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90BC377-4186-47B7-A41C-D72CA11581CB}"/>
                </a:ext>
              </a:extLst>
            </p:cNvPr>
            <p:cNvCxnSpPr>
              <a:cxnSpLocks/>
              <a:stCxn id="88" idx="1"/>
            </p:cNvCxnSpPr>
            <p:nvPr/>
          </p:nvCxnSpPr>
          <p:spPr>
            <a:xfrm flipH="1">
              <a:off x="3882174" y="3163324"/>
              <a:ext cx="469051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8679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AE5966A-D27A-4528-9169-125A9C957ADA}"/>
              </a:ext>
            </a:extLst>
          </p:cNvPr>
          <p:cNvGrpSpPr/>
          <p:nvPr/>
        </p:nvGrpSpPr>
        <p:grpSpPr>
          <a:xfrm>
            <a:off x="255406" y="817981"/>
            <a:ext cx="4338051" cy="1371599"/>
            <a:chOff x="1532466" y="542875"/>
            <a:chExt cx="9093201" cy="32830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F18C95-C6A3-482F-99E7-958DA008B6C2}"/>
                </a:ext>
              </a:extLst>
            </p:cNvPr>
            <p:cNvSpPr/>
            <p:nvPr/>
          </p:nvSpPr>
          <p:spPr>
            <a:xfrm>
              <a:off x="8572688" y="2500760"/>
              <a:ext cx="2052979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burnout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B116B36-7AB2-42F0-8EB9-B591C4EC9D1B}"/>
                </a:ext>
              </a:extLst>
            </p:cNvPr>
            <p:cNvSpPr/>
            <p:nvPr/>
          </p:nvSpPr>
          <p:spPr>
            <a:xfrm>
              <a:off x="1532466" y="2500760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hours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worked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BBA5CE-C761-44EF-A762-8075F87A0A0A}"/>
                </a:ext>
              </a:extLst>
            </p:cNvPr>
            <p:cNvSpPr/>
            <p:nvPr/>
          </p:nvSpPr>
          <p:spPr>
            <a:xfrm>
              <a:off x="4770445" y="542875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stress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598E5FD-8900-42E1-A3A3-56EED5169289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7094358" y="1205439"/>
              <a:ext cx="1861539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3A051A4-CC02-436E-B7CA-D5047EA2E341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3483881" y="1205439"/>
              <a:ext cx="1286564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D6E758F-AD95-49E6-9BD3-740772CA9056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3856378" y="3163324"/>
              <a:ext cx="471630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F9E4B11-7AEE-44C4-9EE1-C62D50A85E15}"/>
              </a:ext>
            </a:extLst>
          </p:cNvPr>
          <p:cNvGrpSpPr/>
          <p:nvPr/>
        </p:nvGrpSpPr>
        <p:grpSpPr>
          <a:xfrm>
            <a:off x="3662505" y="2736974"/>
            <a:ext cx="4338051" cy="1371599"/>
            <a:chOff x="1532466" y="542875"/>
            <a:chExt cx="9093201" cy="328301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F007109-CFBA-4ADC-AC89-F529AAD71F8B}"/>
                </a:ext>
              </a:extLst>
            </p:cNvPr>
            <p:cNvSpPr/>
            <p:nvPr/>
          </p:nvSpPr>
          <p:spPr>
            <a:xfrm>
              <a:off x="8572688" y="2500760"/>
              <a:ext cx="2052979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stress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7A744CC-11CE-4785-BE0C-AB6CFAF9F2AA}"/>
                </a:ext>
              </a:extLst>
            </p:cNvPr>
            <p:cNvSpPr/>
            <p:nvPr/>
          </p:nvSpPr>
          <p:spPr>
            <a:xfrm>
              <a:off x="1532466" y="2500760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hours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worked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7DAA396-581E-40EE-8DA5-CAD4E823EFF5}"/>
                </a:ext>
              </a:extLst>
            </p:cNvPr>
            <p:cNvSpPr/>
            <p:nvPr/>
          </p:nvSpPr>
          <p:spPr>
            <a:xfrm>
              <a:off x="4770445" y="542875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burnout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A5F1228-1E8A-4419-BCAE-0A25326F57E3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7094358" y="1205439"/>
              <a:ext cx="1861539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8FE198F-D229-44D5-BA65-6404A0174443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 flipV="1">
              <a:off x="3483881" y="1205439"/>
              <a:ext cx="1286564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E07B06C-3E50-448E-9A64-A3EECDF8EECF}"/>
                </a:ext>
              </a:extLst>
            </p:cNvPr>
            <p:cNvCxnSpPr>
              <a:cxnSpLocks/>
              <a:stCxn id="49" idx="3"/>
              <a:endCxn id="48" idx="1"/>
            </p:cNvCxnSpPr>
            <p:nvPr/>
          </p:nvCxnSpPr>
          <p:spPr>
            <a:xfrm>
              <a:off x="3856378" y="3163324"/>
              <a:ext cx="471630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067147B-3D1D-46A1-B8FF-E962952E3013}"/>
              </a:ext>
            </a:extLst>
          </p:cNvPr>
          <p:cNvGrpSpPr/>
          <p:nvPr/>
        </p:nvGrpSpPr>
        <p:grpSpPr>
          <a:xfrm>
            <a:off x="7021151" y="4649741"/>
            <a:ext cx="4338051" cy="1371599"/>
            <a:chOff x="1532466" y="542875"/>
            <a:chExt cx="9093201" cy="328301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0FF2640-0655-4F6D-9C93-5E16026F47A1}"/>
                </a:ext>
              </a:extLst>
            </p:cNvPr>
            <p:cNvSpPr/>
            <p:nvPr/>
          </p:nvSpPr>
          <p:spPr>
            <a:xfrm>
              <a:off x="8572688" y="2500760"/>
              <a:ext cx="2052979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hours worked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B4D7CC-BCAC-4973-8C9F-F1B7B725287A}"/>
                </a:ext>
              </a:extLst>
            </p:cNvPr>
            <p:cNvSpPr/>
            <p:nvPr/>
          </p:nvSpPr>
          <p:spPr>
            <a:xfrm>
              <a:off x="1532466" y="2500760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burnout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EE04B85-1932-4084-A508-6B6C093F7F25}"/>
                </a:ext>
              </a:extLst>
            </p:cNvPr>
            <p:cNvSpPr/>
            <p:nvPr/>
          </p:nvSpPr>
          <p:spPr>
            <a:xfrm>
              <a:off x="4770445" y="542875"/>
              <a:ext cx="2323912" cy="1325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Goudy Old Style" panose="02020502050305020303" pitchFamily="18" charset="0"/>
                </a:rPr>
                <a:t>stress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A36EF7F-2F83-4539-9F94-CAC209573603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7094358" y="1205439"/>
              <a:ext cx="1861539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F8018A1-DDB7-4CA8-931D-D0ED7B7AA6AB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flipV="1">
              <a:off x="3483881" y="1205439"/>
              <a:ext cx="1286564" cy="12953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8975EF7-30C3-4895-8045-E51ED1E28FA3}"/>
                </a:ext>
              </a:extLst>
            </p:cNvPr>
            <p:cNvCxnSpPr>
              <a:cxnSpLocks/>
              <a:stCxn id="25" idx="3"/>
              <a:endCxn id="24" idx="1"/>
            </p:cNvCxnSpPr>
            <p:nvPr/>
          </p:nvCxnSpPr>
          <p:spPr>
            <a:xfrm>
              <a:off x="3856378" y="3163324"/>
              <a:ext cx="471630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33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F18C95-C6A3-482F-99E7-958DA008B6C2}"/>
              </a:ext>
            </a:extLst>
          </p:cNvPr>
          <p:cNvSpPr/>
          <p:nvPr/>
        </p:nvSpPr>
        <p:spPr>
          <a:xfrm>
            <a:off x="8122712" y="4240949"/>
            <a:ext cx="2325155" cy="1313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Scurvy Symptoms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6B36-7AB2-42F0-8EB9-B591C4EC9D1B}"/>
              </a:ext>
            </a:extLst>
          </p:cNvPr>
          <p:cNvSpPr/>
          <p:nvPr/>
        </p:nvSpPr>
        <p:spPr>
          <a:xfrm>
            <a:off x="760229" y="4240949"/>
            <a:ext cx="2325155" cy="1313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Lemon Diet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BBA5CE-C761-44EF-A762-8075F87A0A0A}"/>
              </a:ext>
            </a:extLst>
          </p:cNvPr>
          <p:cNvSpPr/>
          <p:nvPr/>
        </p:nvSpPr>
        <p:spPr>
          <a:xfrm>
            <a:off x="4272332" y="1780609"/>
            <a:ext cx="2325155" cy="1313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Vitamin C levels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98E5FD-8900-42E1-A3A3-56EED516928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597487" y="2437200"/>
            <a:ext cx="1836518" cy="18037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A051A4-CC02-436E-B7CA-D5047EA2E34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839823" y="2437200"/>
            <a:ext cx="1432509" cy="1803749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6E758F-AD95-49E6-9BD3-740772CA905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085384" y="4897541"/>
            <a:ext cx="5037328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79F71B-EFE0-4438-864B-1B3DAB3FFF57}"/>
              </a:ext>
            </a:extLst>
          </p:cNvPr>
          <p:cNvSpPr txBox="1"/>
          <p:nvPr/>
        </p:nvSpPr>
        <p:spPr>
          <a:xfrm>
            <a:off x="4793916" y="4497430"/>
            <a:ext cx="2007281" cy="40011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1.92 [1.1, 2.9]***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3824F7-59CF-4AC2-A3ED-B2705B500751}"/>
              </a:ext>
            </a:extLst>
          </p:cNvPr>
          <p:cNvSpPr txBox="1"/>
          <p:nvPr/>
        </p:nvSpPr>
        <p:spPr>
          <a:xfrm>
            <a:off x="7479204" y="2990293"/>
            <a:ext cx="2242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-2.73 [-3.0, -2.5]***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CD06BB-33EB-4BD9-A898-931D5326144E}"/>
              </a:ext>
            </a:extLst>
          </p:cNvPr>
          <p:cNvSpPr txBox="1"/>
          <p:nvPr/>
        </p:nvSpPr>
        <p:spPr>
          <a:xfrm>
            <a:off x="1725724" y="3024406"/>
            <a:ext cx="2007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1.88 [1.5, 2.2]***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800CF1-9F40-438F-8956-1ABC204FD7D6}"/>
              </a:ext>
            </a:extLst>
          </p:cNvPr>
          <p:cNvCxnSpPr>
            <a:cxnSpLocks/>
          </p:cNvCxnSpPr>
          <p:nvPr/>
        </p:nvCxnSpPr>
        <p:spPr>
          <a:xfrm flipH="1" flipV="1">
            <a:off x="760229" y="3734981"/>
            <a:ext cx="345321" cy="505968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2F74F1-E525-4BBA-B048-88C22FAB1A6D}"/>
              </a:ext>
            </a:extLst>
          </p:cNvPr>
          <p:cNvSpPr txBox="1"/>
          <p:nvPr/>
        </p:nvSpPr>
        <p:spPr>
          <a:xfrm>
            <a:off x="169505" y="3190348"/>
            <a:ext cx="1018008" cy="532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Random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Allocation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93A27410-9E63-4854-A045-3F678F49A172}"/>
              </a:ext>
            </a:extLst>
          </p:cNvPr>
          <p:cNvSpPr/>
          <p:nvPr/>
        </p:nvSpPr>
        <p:spPr>
          <a:xfrm>
            <a:off x="3193678" y="804333"/>
            <a:ext cx="4482463" cy="3083278"/>
          </a:xfrm>
          <a:prstGeom prst="arc">
            <a:avLst>
              <a:gd name="adj1" fmla="val 9643052"/>
              <a:gd name="adj2" fmla="val 1214226"/>
            </a:avLst>
          </a:prstGeom>
          <a:ln w="19050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65582-F722-4574-944B-72542348F2D5}"/>
              </a:ext>
            </a:extLst>
          </p:cNvPr>
          <p:cNvSpPr txBox="1"/>
          <p:nvPr/>
        </p:nvSpPr>
        <p:spPr>
          <a:xfrm>
            <a:off x="4994416" y="404223"/>
            <a:ext cx="2358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-5.14 [-6.3, -4.0]*** </a:t>
            </a:r>
          </a:p>
        </p:txBody>
      </p:sp>
    </p:spTree>
    <p:extLst>
      <p:ext uri="{BB962C8B-B14F-4D97-AF65-F5344CB8AC3E}">
        <p14:creationId xmlns:p14="http://schemas.microsoft.com/office/powerpoint/2010/main" val="64421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F18C95-C6A3-482F-99E7-958DA008B6C2}"/>
              </a:ext>
            </a:extLst>
          </p:cNvPr>
          <p:cNvSpPr/>
          <p:nvPr/>
        </p:nvSpPr>
        <p:spPr>
          <a:xfrm>
            <a:off x="8122712" y="4240949"/>
            <a:ext cx="2325155" cy="1313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Scurvy Symptoms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6B36-7AB2-42F0-8EB9-B591C4EC9D1B}"/>
              </a:ext>
            </a:extLst>
          </p:cNvPr>
          <p:cNvSpPr/>
          <p:nvPr/>
        </p:nvSpPr>
        <p:spPr>
          <a:xfrm>
            <a:off x="760229" y="4240949"/>
            <a:ext cx="2325155" cy="1313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Lemon Diet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BBA5CE-C761-44EF-A762-8075F87A0A0A}"/>
              </a:ext>
            </a:extLst>
          </p:cNvPr>
          <p:cNvSpPr/>
          <p:nvPr/>
        </p:nvSpPr>
        <p:spPr>
          <a:xfrm>
            <a:off x="4272332" y="1780609"/>
            <a:ext cx="2325155" cy="1313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Vitamin C levels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98E5FD-8900-42E1-A3A3-56EED516928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597487" y="2437200"/>
            <a:ext cx="1836518" cy="18037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A051A4-CC02-436E-B7CA-D5047EA2E34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839823" y="2437200"/>
            <a:ext cx="1432509" cy="1803749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6E758F-AD95-49E6-9BD3-740772CA905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085384" y="4897541"/>
            <a:ext cx="5037328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79F71B-EFE0-4438-864B-1B3DAB3FFF57}"/>
              </a:ext>
            </a:extLst>
          </p:cNvPr>
          <p:cNvSpPr txBox="1"/>
          <p:nvPr/>
        </p:nvSpPr>
        <p:spPr>
          <a:xfrm>
            <a:off x="5451349" y="4353883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3824F7-59CF-4AC2-A3ED-B2705B500751}"/>
              </a:ext>
            </a:extLst>
          </p:cNvPr>
          <p:cNvSpPr txBox="1"/>
          <p:nvPr/>
        </p:nvSpPr>
        <p:spPr>
          <a:xfrm>
            <a:off x="7363047" y="2855672"/>
            <a:ext cx="338812" cy="430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CD06BB-33EB-4BD9-A898-931D5326144E}"/>
              </a:ext>
            </a:extLst>
          </p:cNvPr>
          <p:cNvSpPr txBox="1"/>
          <p:nvPr/>
        </p:nvSpPr>
        <p:spPr>
          <a:xfrm>
            <a:off x="3201375" y="2908349"/>
            <a:ext cx="322831" cy="430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800CF1-9F40-438F-8956-1ABC204FD7D6}"/>
              </a:ext>
            </a:extLst>
          </p:cNvPr>
          <p:cNvCxnSpPr>
            <a:cxnSpLocks/>
          </p:cNvCxnSpPr>
          <p:nvPr/>
        </p:nvCxnSpPr>
        <p:spPr>
          <a:xfrm flipH="1" flipV="1">
            <a:off x="760229" y="3734981"/>
            <a:ext cx="345321" cy="505968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2F74F1-E525-4BBA-B048-88C22FAB1A6D}"/>
              </a:ext>
            </a:extLst>
          </p:cNvPr>
          <p:cNvSpPr txBox="1"/>
          <p:nvPr/>
        </p:nvSpPr>
        <p:spPr>
          <a:xfrm>
            <a:off x="169505" y="3190348"/>
            <a:ext cx="1018008" cy="532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Random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Allocation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49632D-B3B6-4E7E-A51D-E1D6019B4064}"/>
              </a:ext>
            </a:extLst>
          </p:cNvPr>
          <p:cNvCxnSpPr>
            <a:cxnSpLocks/>
          </p:cNvCxnSpPr>
          <p:nvPr/>
        </p:nvCxnSpPr>
        <p:spPr>
          <a:xfrm flipH="1">
            <a:off x="6597489" y="1290042"/>
            <a:ext cx="1276511" cy="699625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EC2976-0E99-440B-9D07-C2098DF53E09}"/>
              </a:ext>
            </a:extLst>
          </p:cNvPr>
          <p:cNvCxnSpPr>
            <a:cxnSpLocks/>
          </p:cNvCxnSpPr>
          <p:nvPr/>
        </p:nvCxnSpPr>
        <p:spPr>
          <a:xfrm>
            <a:off x="8856133" y="1507067"/>
            <a:ext cx="0" cy="2733882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AD9BF0-56DD-480D-AEB0-07CD3F758F62}"/>
              </a:ext>
            </a:extLst>
          </p:cNvPr>
          <p:cNvSpPr txBox="1"/>
          <p:nvPr/>
        </p:nvSpPr>
        <p:spPr>
          <a:xfrm>
            <a:off x="8027014" y="777872"/>
            <a:ext cx="1422762" cy="584775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bg1">
                    <a:lumMod val="65000"/>
                  </a:schemeClr>
                </a:solidFill>
                <a:latin typeface="Goudy Old Style" panose="02020502050305020303" pitchFamily="18" charset="0"/>
              </a:rPr>
              <a:t>Smokes</a:t>
            </a:r>
          </a:p>
        </p:txBody>
      </p:sp>
    </p:spTree>
    <p:extLst>
      <p:ext uri="{BB962C8B-B14F-4D97-AF65-F5344CB8AC3E}">
        <p14:creationId xmlns:p14="http://schemas.microsoft.com/office/powerpoint/2010/main" val="259262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F18C95-C6A3-482F-99E7-958DA008B6C2}"/>
              </a:ext>
            </a:extLst>
          </p:cNvPr>
          <p:cNvSpPr/>
          <p:nvPr/>
        </p:nvSpPr>
        <p:spPr>
          <a:xfrm>
            <a:off x="8122712" y="4240949"/>
            <a:ext cx="2325155" cy="1313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Scurvy Symptoms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6B36-7AB2-42F0-8EB9-B591C4EC9D1B}"/>
              </a:ext>
            </a:extLst>
          </p:cNvPr>
          <p:cNvSpPr/>
          <p:nvPr/>
        </p:nvSpPr>
        <p:spPr>
          <a:xfrm>
            <a:off x="760229" y="4240949"/>
            <a:ext cx="2325155" cy="1313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Lemon Diet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BBA5CE-C761-44EF-A762-8075F87A0A0A}"/>
              </a:ext>
            </a:extLst>
          </p:cNvPr>
          <p:cNvSpPr/>
          <p:nvPr/>
        </p:nvSpPr>
        <p:spPr>
          <a:xfrm>
            <a:off x="4272332" y="1780609"/>
            <a:ext cx="2325155" cy="131318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  <a:latin typeface="Goudy Old Style" panose="02020502050305020303" pitchFamily="18" charset="0"/>
              </a:rPr>
              <a:t>Vitamin C levels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98E5FD-8900-42E1-A3A3-56EED516928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597487" y="2437200"/>
            <a:ext cx="1836518" cy="180374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A051A4-CC02-436E-B7CA-D5047EA2E34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839823" y="2437200"/>
            <a:ext cx="1432509" cy="1803749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6E758F-AD95-49E6-9BD3-740772CA905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085384" y="4897541"/>
            <a:ext cx="5037328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79F71B-EFE0-4438-864B-1B3DAB3FFF57}"/>
              </a:ext>
            </a:extLst>
          </p:cNvPr>
          <p:cNvSpPr txBox="1"/>
          <p:nvPr/>
        </p:nvSpPr>
        <p:spPr>
          <a:xfrm>
            <a:off x="5451349" y="4353883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3824F7-59CF-4AC2-A3ED-B2705B500751}"/>
              </a:ext>
            </a:extLst>
          </p:cNvPr>
          <p:cNvSpPr txBox="1"/>
          <p:nvPr/>
        </p:nvSpPr>
        <p:spPr>
          <a:xfrm>
            <a:off x="7363047" y="2855672"/>
            <a:ext cx="338812" cy="430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CD06BB-33EB-4BD9-A898-931D5326144E}"/>
              </a:ext>
            </a:extLst>
          </p:cNvPr>
          <p:cNvSpPr txBox="1"/>
          <p:nvPr/>
        </p:nvSpPr>
        <p:spPr>
          <a:xfrm>
            <a:off x="3201375" y="2908349"/>
            <a:ext cx="322831" cy="430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800CF1-9F40-438F-8956-1ABC204FD7D6}"/>
              </a:ext>
            </a:extLst>
          </p:cNvPr>
          <p:cNvCxnSpPr>
            <a:cxnSpLocks/>
          </p:cNvCxnSpPr>
          <p:nvPr/>
        </p:nvCxnSpPr>
        <p:spPr>
          <a:xfrm flipH="1" flipV="1">
            <a:off x="760229" y="3734981"/>
            <a:ext cx="345321" cy="505968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2F74F1-E525-4BBA-B048-88C22FAB1A6D}"/>
              </a:ext>
            </a:extLst>
          </p:cNvPr>
          <p:cNvSpPr txBox="1"/>
          <p:nvPr/>
        </p:nvSpPr>
        <p:spPr>
          <a:xfrm>
            <a:off x="169505" y="3190348"/>
            <a:ext cx="1018008" cy="532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Random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Allocation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B486B6-A62C-45FE-AAF3-01D633C27FD2}"/>
              </a:ext>
            </a:extLst>
          </p:cNvPr>
          <p:cNvSpPr txBox="1"/>
          <p:nvPr/>
        </p:nvSpPr>
        <p:spPr>
          <a:xfrm>
            <a:off x="10415854" y="793257"/>
            <a:ext cx="1305165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  <a:prstDash val="sysDash"/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bg1">
                    <a:lumMod val="65000"/>
                  </a:schemeClr>
                </a:solidFill>
                <a:latin typeface="Goudy Old Style" panose="02020502050305020303" pitchFamily="18" charset="0"/>
              </a:rPr>
              <a:t>Drinks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76B035-2F43-47C2-8A94-C529BC15E3E9}"/>
              </a:ext>
            </a:extLst>
          </p:cNvPr>
          <p:cNvSpPr txBox="1"/>
          <p:nvPr/>
        </p:nvSpPr>
        <p:spPr>
          <a:xfrm>
            <a:off x="6765932" y="120794"/>
            <a:ext cx="1099404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  <a:prstDash val="sysDash"/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bg1">
                    <a:lumMod val="65000"/>
                  </a:schemeClr>
                </a:solidFill>
                <a:latin typeface="Goudy Old Style" panose="02020502050305020303" pitchFamily="18" charset="0"/>
              </a:rPr>
              <a:t>Stress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48C189-6792-4428-B171-40E258140A2D}"/>
              </a:ext>
            </a:extLst>
          </p:cNvPr>
          <p:cNvSpPr txBox="1"/>
          <p:nvPr/>
        </p:nvSpPr>
        <p:spPr>
          <a:xfrm>
            <a:off x="8540180" y="118140"/>
            <a:ext cx="2528256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  <a:prstDash val="sysDash"/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bg1">
                    <a:lumMod val="65000"/>
                  </a:schemeClr>
                </a:solidFill>
                <a:latin typeface="Goudy Old Style" panose="02020502050305020303" pitchFamily="18" charset="0"/>
              </a:rPr>
              <a:t>Other diseases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2DEF0C-EA69-4601-A860-28DF800DE1F3}"/>
              </a:ext>
            </a:extLst>
          </p:cNvPr>
          <p:cNvSpPr txBox="1"/>
          <p:nvPr/>
        </p:nvSpPr>
        <p:spPr>
          <a:xfrm>
            <a:off x="9745102" y="1303869"/>
            <a:ext cx="375424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  <a:prstDash val="sysDash"/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BFC0EA-E4FC-4E46-944B-875F899F0340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612918" y="705569"/>
            <a:ext cx="702716" cy="1183075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460232-FD98-4270-B5F3-94E4F765E841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315634" y="705569"/>
            <a:ext cx="1422761" cy="353538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DB1B5FE-6EBF-475A-A608-49DDBDFB334E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6612916" y="702915"/>
            <a:ext cx="3191392" cy="1351984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2E6B495-016B-4933-B5B7-4E4A02ADF34A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8996194" y="702915"/>
            <a:ext cx="808114" cy="351534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C1F8486-605D-452F-8D41-9588CBB63D5D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6612914" y="1596257"/>
            <a:ext cx="3132188" cy="48133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97F494-F31D-4C3D-B91A-214378D374AF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9060838" y="1888644"/>
            <a:ext cx="871976" cy="2329614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E004940-E170-46D7-A912-68BEB65C354C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612912" y="1085645"/>
            <a:ext cx="3802942" cy="1132701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48A8803-F323-4CBE-BB51-801DFB02C91F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9187586" y="1378032"/>
            <a:ext cx="1880851" cy="2840226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6D49BFD-8BE0-4BE6-BDAE-3C5F4E17D5F0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612910" y="2144813"/>
            <a:ext cx="3802944" cy="175201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630C889-F1D5-4287-9A79-0994B5E0CFA9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9400251" y="2437200"/>
            <a:ext cx="1420009" cy="1727965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1092801-DB83-422D-9452-27BF51D5EA94}"/>
              </a:ext>
            </a:extLst>
          </p:cNvPr>
          <p:cNvSpPr txBox="1"/>
          <p:nvPr/>
        </p:nvSpPr>
        <p:spPr>
          <a:xfrm>
            <a:off x="10415854" y="1852425"/>
            <a:ext cx="808811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  <a:prstDash val="sysDash"/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bg1">
                    <a:lumMod val="65000"/>
                  </a:schemeClr>
                </a:solidFill>
                <a:latin typeface="Goudy Old Style" panose="02020502050305020303" pitchFamily="18" charset="0"/>
              </a:rPr>
              <a:t>Age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49632D-B3B6-4E7E-A51D-E1D6019B4064}"/>
              </a:ext>
            </a:extLst>
          </p:cNvPr>
          <p:cNvCxnSpPr>
            <a:cxnSpLocks/>
          </p:cNvCxnSpPr>
          <p:nvPr/>
        </p:nvCxnSpPr>
        <p:spPr>
          <a:xfrm flipH="1">
            <a:off x="6597490" y="1236226"/>
            <a:ext cx="1450639" cy="75344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EC2976-0E99-440B-9D07-C2098DF53E09}"/>
              </a:ext>
            </a:extLst>
          </p:cNvPr>
          <p:cNvCxnSpPr>
            <a:cxnSpLocks/>
          </p:cNvCxnSpPr>
          <p:nvPr/>
        </p:nvCxnSpPr>
        <p:spPr>
          <a:xfrm>
            <a:off x="8856133" y="1378032"/>
            <a:ext cx="0" cy="286291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AD9BF0-56DD-480D-AEB0-07CD3F758F62}"/>
              </a:ext>
            </a:extLst>
          </p:cNvPr>
          <p:cNvSpPr txBox="1"/>
          <p:nvPr/>
        </p:nvSpPr>
        <p:spPr>
          <a:xfrm>
            <a:off x="8027014" y="777872"/>
            <a:ext cx="1422762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latin typeface="Goudy Old Style" panose="02020502050305020303" pitchFamily="18" charset="0"/>
              </a:rPr>
              <a:t>Smokes</a:t>
            </a:r>
          </a:p>
        </p:txBody>
      </p:sp>
    </p:spTree>
    <p:extLst>
      <p:ext uri="{BB962C8B-B14F-4D97-AF65-F5344CB8AC3E}">
        <p14:creationId xmlns:p14="http://schemas.microsoft.com/office/powerpoint/2010/main" val="1145173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132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Eras Medium ITC</vt:lpstr>
      <vt:lpstr>Goudy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27</cp:revision>
  <dcterms:created xsi:type="dcterms:W3CDTF">2026-02-02T16:07:08Z</dcterms:created>
  <dcterms:modified xsi:type="dcterms:W3CDTF">2026-02-04T10:25:22Z</dcterms:modified>
</cp:coreProperties>
</file>