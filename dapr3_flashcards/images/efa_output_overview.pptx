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C086E-8051-46BA-AE66-861185A8F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1830AC-7EB9-418C-BB78-8CD800F87C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0AD1F-7B90-486B-BBEF-E5C822924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8F3BF-48C1-40BA-BB3F-D1D12403B6E7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D121B-BDFF-4007-8F5D-F259AEE79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50DE5-AD46-4535-A540-EC115F801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3036E-AABF-42FB-914E-042F5E050A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822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E7CDA-A6DC-4D2E-9A2D-F9A5A1DAA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FFC5D-A3E7-406C-A69C-5FDE24B80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FCF84-71F1-4101-81F3-A46E00C05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8F3BF-48C1-40BA-BB3F-D1D12403B6E7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DE113-BEBC-4FBA-A89B-82EFBC741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6722F-7E7F-471A-AE36-400C5F34C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3036E-AABF-42FB-914E-042F5E050A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926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77AB8-F6D6-449F-A6B3-B433030C1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0AF42-323E-44BA-A37D-1C47683B0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938A1-6C5C-4CD9-9421-42FAF456B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8F3BF-48C1-40BA-BB3F-D1D12403B6E7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98ECC-8BB7-409C-9C13-8E2A2F70D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D77B8-DA7E-467F-BCE8-E5E83139A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3036E-AABF-42FB-914E-042F5E050A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4980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38EA9-371B-41AB-A913-A669F695F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94992-FB54-4C66-B3A1-B966540C03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4D14E6-8C3C-4F6A-9D75-AA5A42B60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5839A-FE66-4B4F-A25C-50E6DF709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8F3BF-48C1-40BA-BB3F-D1D12403B6E7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1D0AD-F428-4836-9C52-E7791C1A6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27F7C-6982-418D-AE3F-C5C1E33D8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3036E-AABF-42FB-914E-042F5E050A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239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AC184-936F-4B7E-8AFC-4E751B6C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AD71E-550A-4579-8044-DA3B6D665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6F531E-EF63-40D6-93C7-8FCE26EB2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D6431B-0B6E-4933-BAD3-7016D032A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4E96ED-09A8-4283-82AB-2C90BD5C45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1817B5-299D-42DC-8ED7-F690C0530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8F3BF-48C1-40BA-BB3F-D1D12403B6E7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58412A-EE7B-442E-BBFC-05F70478E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F67562-8029-43D4-A9F4-41A15DCC2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3036E-AABF-42FB-914E-042F5E050A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897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C3B1F-0DFF-4459-AC9E-45411274C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BDB5ED-75FE-428B-8D99-E696CB3B8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8F3BF-48C1-40BA-BB3F-D1D12403B6E7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EE33EF-4E20-4EFE-B010-3F2367336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41847-FB9B-449B-8390-92B353719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3036E-AABF-42FB-914E-042F5E050A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9042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BE2A3F-0A7A-458C-95C2-DBAA8D138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8F3BF-48C1-40BA-BB3F-D1D12403B6E7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D6E755-0461-4843-8FED-D01B5F0BD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8ECE1-F062-4CE8-864B-C8B3BC2F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3036E-AABF-42FB-914E-042F5E050A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120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5FFBC-ABDD-48E9-991A-9741F852A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816D7-860A-4546-B5C3-75CBC98BB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658AAD-FCA4-4B3C-AE80-1619E664A7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D2345-945F-4A68-877B-7C015CB36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8F3BF-48C1-40BA-BB3F-D1D12403B6E7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01020-2745-454F-AD4D-DCF5126D5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A6925-D8B5-4060-A363-263858A6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3036E-AABF-42FB-914E-042F5E050A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025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64BBA-A014-487A-9F81-828A711B5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369884-7F44-4A3C-965A-57ACDF8B54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954B9-1002-437E-AE97-FC4715618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FB1908-921B-4C63-AD04-21BC70F5C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8F3BF-48C1-40BA-BB3F-D1D12403B6E7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90FDD-23BB-46FA-B2BF-9A713B5FB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BC5B29-E1F6-48EB-8A37-6974157B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3036E-AABF-42FB-914E-042F5E050A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09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3A9F8-8F41-45D5-8A92-E031EAF9D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A95AF6-6CA6-4DFC-961A-13BC12DE0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C3AC7-2440-441C-A337-E81D26FF9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8F3BF-48C1-40BA-BB3F-D1D12403B6E7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32539-4AB0-4164-929A-8E51EC4EA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67F64-1D0C-4561-AE8B-27E1ED33B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3036E-AABF-42FB-914E-042F5E050A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9048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4E4C21-B013-4825-B3A0-B95076D424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E5B95-4728-44A4-97E9-8BB650D64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B05B0-8A18-45A4-B573-DD3102607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8F3BF-48C1-40BA-BB3F-D1D12403B6E7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B1808-6107-4C8A-8D30-A141389B7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2C1EF-8A22-45DF-B427-FF1B7B47F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3036E-AABF-42FB-914E-042F5E050A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442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B832DE-CE17-4736-875D-7DBBD7EF7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EA371E-7117-4B79-876C-1031AED04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FED3C-838D-427B-A5B9-F52582F04A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8F3BF-48C1-40BA-BB3F-D1D12403B6E7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71A35-C4CD-4BAE-9090-197DDD6AA5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AEA12-5339-4981-9BAF-172D25D3C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3036E-AABF-42FB-914E-042F5E050A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7514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EAED6F-F7FD-415F-8C7F-C3ED4F890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198" y="518695"/>
            <a:ext cx="9154803" cy="597300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BB118FA-0D73-4A15-95F7-699687C291F5}"/>
              </a:ext>
            </a:extLst>
          </p:cNvPr>
          <p:cNvSpPr/>
          <p:nvPr/>
        </p:nvSpPr>
        <p:spPr>
          <a:xfrm>
            <a:off x="778933" y="4775200"/>
            <a:ext cx="8966200" cy="1913468"/>
          </a:xfrm>
          <a:prstGeom prst="rect">
            <a:avLst/>
          </a:prstGeom>
          <a:gradFill>
            <a:gsLst>
              <a:gs pos="0">
                <a:schemeClr val="bg1">
                  <a:alpha val="11000"/>
                </a:schemeClr>
              </a:gs>
              <a:gs pos="78000">
                <a:schemeClr val="accent1">
                  <a:lumMod val="45000"/>
                  <a:lumOff val="55000"/>
                </a:schemeClr>
              </a:gs>
              <a:gs pos="9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GB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OTHER STUFF …</a:t>
            </a:r>
          </a:p>
          <a:p>
            <a:pPr algn="r"/>
            <a:r>
              <a:rPr lang="en-GB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E860DE-82BE-45EC-9392-65DBB56FC241}"/>
              </a:ext>
            </a:extLst>
          </p:cNvPr>
          <p:cNvSpPr/>
          <p:nvPr/>
        </p:nvSpPr>
        <p:spPr>
          <a:xfrm>
            <a:off x="778933" y="3429000"/>
            <a:ext cx="3442085" cy="1420091"/>
          </a:xfrm>
          <a:prstGeom prst="rect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F0746F-CB31-4407-8067-8142B02C9741}"/>
              </a:ext>
            </a:extLst>
          </p:cNvPr>
          <p:cNvSpPr/>
          <p:nvPr/>
        </p:nvSpPr>
        <p:spPr>
          <a:xfrm>
            <a:off x="778932" y="1117600"/>
            <a:ext cx="5215468" cy="2225964"/>
          </a:xfrm>
          <a:prstGeom prst="rect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3ADD16-97BB-422D-9BA9-4E07CC90008D}"/>
              </a:ext>
            </a:extLst>
          </p:cNvPr>
          <p:cNvSpPr txBox="1"/>
          <p:nvPr/>
        </p:nvSpPr>
        <p:spPr>
          <a:xfrm>
            <a:off x="6719653" y="1177189"/>
            <a:ext cx="30254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>
                <a:solidFill>
                  <a:schemeClr val="accent6">
                    <a:lumMod val="75000"/>
                  </a:schemeClr>
                </a:solidFill>
              </a:rPr>
              <a:t>Loadings</a:t>
            </a:r>
          </a:p>
          <a:p>
            <a:pPr algn="ctr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Associations between observed variables and underlying dimensions. </a:t>
            </a:r>
            <a:br>
              <a:rPr lang="en-GB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GB" i="1" dirty="0">
                <a:solidFill>
                  <a:schemeClr val="accent6">
                    <a:lumMod val="75000"/>
                  </a:schemeClr>
                </a:solidFill>
              </a:rPr>
              <a:t>Allows us to give meaning to the dimensions by examining which items link with which dimensions.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C42AB4-C3A3-42C0-BEF0-8526D7ED9C36}"/>
              </a:ext>
            </a:extLst>
          </p:cNvPr>
          <p:cNvSpPr txBox="1"/>
          <p:nvPr/>
        </p:nvSpPr>
        <p:spPr>
          <a:xfrm>
            <a:off x="4692073" y="3801010"/>
            <a:ext cx="50530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Variance accounted for by each dimension</a:t>
            </a:r>
          </a:p>
          <a:p>
            <a:r>
              <a:rPr lang="en-GB" sz="2000" i="1" dirty="0">
                <a:solidFill>
                  <a:schemeClr val="accent6">
                    <a:lumMod val="75000"/>
                  </a:schemeClr>
                </a:solidFill>
              </a:rPr>
              <a:t>Allows us to evaluate and compare models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C169071-8902-4F85-B191-4B628C6D3690}"/>
              </a:ext>
            </a:extLst>
          </p:cNvPr>
          <p:cNvCxnSpPr/>
          <p:nvPr/>
        </p:nvCxnSpPr>
        <p:spPr>
          <a:xfrm flipH="1">
            <a:off x="4304145" y="4119418"/>
            <a:ext cx="314037" cy="0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92AFA49-DF0A-44C6-80F9-11E7C0A5624D}"/>
              </a:ext>
            </a:extLst>
          </p:cNvPr>
          <p:cNvCxnSpPr>
            <a:cxnSpLocks/>
          </p:cNvCxnSpPr>
          <p:nvPr/>
        </p:nvCxnSpPr>
        <p:spPr>
          <a:xfrm flipH="1">
            <a:off x="6096001" y="2239818"/>
            <a:ext cx="775854" cy="0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989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44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4</cp:revision>
  <dcterms:created xsi:type="dcterms:W3CDTF">2025-08-06T08:53:12Z</dcterms:created>
  <dcterms:modified xsi:type="dcterms:W3CDTF">2025-08-06T16:45:52Z</dcterms:modified>
</cp:coreProperties>
</file>