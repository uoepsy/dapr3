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DA9B-3837-40E4-9EC1-25E569763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97B01-5E0D-43DB-8B60-102089F68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A9407-C504-42AC-97ED-1B65BCF8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1D3B7-F9E1-4B75-BC30-6D3C1C1F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F9B44-3917-4643-950F-9D866911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54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93D3-677C-4C3A-9EC1-9304C9BE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0DA44-8292-4069-84BF-2A4BE77AE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2859-6065-42BD-AAA0-F09E34E0E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8A679-8007-4908-BE59-F13B92F36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5878B-5004-426D-9202-CCDA606B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886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77C4-F800-4855-9872-31BAB3D96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2F72B-F84E-4A6E-A9CD-7881A7750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64CF2-1D80-431D-8D8A-3D9DB6D5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A47DE-8127-4A0C-8582-20E8A99D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7FF72-D094-4063-857A-3813EDBF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56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A99C-BA8E-4494-85DC-4C4DD366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8E60C-002E-4E80-BBB2-1194626C2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6B42A-D39A-4F21-9C51-BE0216A41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DFAC0-EA92-4A93-9A2A-41E1E9EB3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AB35A-3572-4B5B-AA1D-14688C66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4AFA2-5F2A-493E-B78B-6A8900DA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5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A09C-E733-42E2-BE42-23D7D652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DC2ED-21E9-47F3-862C-6CFB8464C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65F55-C961-40AB-BE43-60F541770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DC516-438D-4DA2-8612-7440F8E35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C5D03-5F46-4015-BF9D-7392B336C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A6EA49-B27C-4FED-A67C-3756BAD9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EE88CE-836C-41E3-ACF5-ED6602F5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65E29-84D7-4AA3-B74E-E98073E0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90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A4C5-C6CD-49FA-8DDC-EE167FB7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56213-7236-4504-A39E-8659C3687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787C2-C444-4D14-B566-F59FE904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D7642-16B7-4648-82A9-AA8FCC9C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10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F2E592-AF6C-4E4F-A6A6-23F32D8A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9BC746-8027-4AED-9252-1DF39F19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A9CB9-9831-421A-ADA5-E6F6DF2E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97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9549-3D90-4CD4-91BB-6B0C66B3E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8C151-AF4E-469B-B629-F38120071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C1BC9-F238-404E-A41C-D2126A76D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0A416-3F19-43D8-B684-4EF729856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7482D-7498-4034-990C-1BE9E2027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700A2-EF23-4C05-B426-5F41A8C3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9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813E-43FD-4081-BC47-4276313A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9CC279-3174-4403-A889-C2C65A3E9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02CD9-AFEF-4271-A46B-DD00AB94C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D5140-B16E-4921-A162-11F4F046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078A8-E701-45C4-A11E-10A7B3D0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5CC78-BC6A-4626-A06A-5822F9EC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54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D6FC-9C5A-42F9-B815-22E8BCBD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12809-8F29-4B7E-9795-D23E2242C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7AD32-9AC7-460D-9AE5-2B04E81C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42A63-B503-4F70-85C8-63F464B1D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1FC5E-F114-4D48-8510-0681D7CD9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815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D154E-C9F4-4195-A1AE-1AB7F04D9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564B4-51F2-418D-B58D-3E9FDA604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9BCBF-0C86-413C-8FDC-A2F6DD13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9ED67-1CDA-4229-B477-34D84C07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6069A-F01C-4D0A-BA16-CDED51D0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104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E8E87-E455-4A1D-9DD2-865ED8895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415FB-7DE4-40D6-B1F4-152112C40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2243F-B86A-4F25-B9FE-D8D7F0E95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8566D-B070-4D9E-96BC-272BD4BAFBE7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29218-F5BC-4E42-A41C-5484EE140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62166-952D-4F7B-A6A5-9519F31D3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8F607-984C-4623-A969-0A3B3B8CF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49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FD5039-8D8B-498E-9AEA-D9088AC76845}"/>
              </a:ext>
            </a:extLst>
          </p:cNvPr>
          <p:cNvSpPr/>
          <p:nvPr/>
        </p:nvSpPr>
        <p:spPr>
          <a:xfrm>
            <a:off x="2017181" y="1037167"/>
            <a:ext cx="1697569" cy="1295400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Sleep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EC66F1-4C3D-4FC7-A136-C5802068BE46}"/>
              </a:ext>
            </a:extLst>
          </p:cNvPr>
          <p:cNvSpPr/>
          <p:nvPr/>
        </p:nvSpPr>
        <p:spPr>
          <a:xfrm>
            <a:off x="8513234" y="1037167"/>
            <a:ext cx="1731431" cy="1295400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551B35-E8EB-496F-B6B2-93521BC824ED}"/>
              </a:ext>
            </a:extLst>
          </p:cNvPr>
          <p:cNvSpPr/>
          <p:nvPr/>
        </p:nvSpPr>
        <p:spPr>
          <a:xfrm>
            <a:off x="160862" y="3953933"/>
            <a:ext cx="1735663" cy="73660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1400" b="1" dirty="0"/>
              <a:t>q_1</a:t>
            </a:r>
            <a:br>
              <a:rPr lang="en-GB" sz="1400" dirty="0"/>
            </a:br>
            <a:r>
              <a:rPr lang="en-GB" sz="1400" dirty="0"/>
              <a:t>I sleep well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D21B7B-8B47-4418-90F3-69B9812414ED}"/>
              </a:ext>
            </a:extLst>
          </p:cNvPr>
          <p:cNvSpPr/>
          <p:nvPr/>
        </p:nvSpPr>
        <p:spPr>
          <a:xfrm>
            <a:off x="1998135" y="3945461"/>
            <a:ext cx="1735663" cy="73660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1400" b="1" dirty="0"/>
              <a:t>q_2</a:t>
            </a:r>
            <a:br>
              <a:rPr lang="en-GB" sz="1400" dirty="0"/>
            </a:br>
            <a:r>
              <a:rPr lang="en-GB" sz="1400" dirty="0"/>
              <a:t>I feel rested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EBAB57-5125-4096-ACB4-F2146EBFAEB3}"/>
              </a:ext>
            </a:extLst>
          </p:cNvPr>
          <p:cNvSpPr/>
          <p:nvPr/>
        </p:nvSpPr>
        <p:spPr>
          <a:xfrm>
            <a:off x="3873501" y="3953932"/>
            <a:ext cx="1735663" cy="73660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1400" b="1" dirty="0"/>
              <a:t>q_3</a:t>
            </a:r>
            <a:br>
              <a:rPr lang="en-GB" sz="1400" dirty="0"/>
            </a:br>
            <a:r>
              <a:rPr lang="en-GB" sz="1400" dirty="0"/>
              <a:t>I have trouble falling asleep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AE933E-FB9C-4A81-BC00-D1F8AA8C1D68}"/>
              </a:ext>
            </a:extLst>
          </p:cNvPr>
          <p:cNvSpPr/>
          <p:nvPr/>
        </p:nvSpPr>
        <p:spPr>
          <a:xfrm>
            <a:off x="6633636" y="3945462"/>
            <a:ext cx="1735663" cy="73660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1400" b="1" dirty="0"/>
              <a:t>q_4</a:t>
            </a:r>
            <a:br>
              <a:rPr lang="en-GB" sz="1400" dirty="0"/>
            </a:br>
            <a:r>
              <a:rPr lang="en-GB" sz="1400" dirty="0"/>
              <a:t>I can concentrate easily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6ECABC-65FF-448E-89DF-FA19B728E3AC}"/>
              </a:ext>
            </a:extLst>
          </p:cNvPr>
          <p:cNvSpPr/>
          <p:nvPr/>
        </p:nvSpPr>
        <p:spPr>
          <a:xfrm>
            <a:off x="8509002" y="3945464"/>
            <a:ext cx="1735663" cy="73660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1400" b="1" dirty="0"/>
              <a:t>q_5</a:t>
            </a:r>
            <a:br>
              <a:rPr lang="en-GB" sz="1400" dirty="0"/>
            </a:br>
            <a:r>
              <a:rPr lang="en-GB" sz="1400" dirty="0"/>
              <a:t>I am easily distracted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098B6E-E63B-4846-AAD5-0AFA45AB79A6}"/>
              </a:ext>
            </a:extLst>
          </p:cNvPr>
          <p:cNvSpPr/>
          <p:nvPr/>
        </p:nvSpPr>
        <p:spPr>
          <a:xfrm>
            <a:off x="10384368" y="3945462"/>
            <a:ext cx="1735663" cy="73660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q_6</a:t>
            </a:r>
            <a:br>
              <a:rPr lang="en-GB" sz="1400" dirty="0"/>
            </a:br>
            <a:r>
              <a:rPr lang="en-GB" sz="1400" dirty="0"/>
              <a:t>I stay focused on tasks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E85119-788F-40AA-88BE-45DDE0AFEAEA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028694" y="2332567"/>
            <a:ext cx="1837272" cy="162136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0AB76D-D1A8-43DD-8151-28975646E30D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2865966" y="2332567"/>
            <a:ext cx="1" cy="16128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8B0DE6-CFDF-47F3-8F07-74FC52C4D243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>
            <a:off x="2865966" y="2332567"/>
            <a:ext cx="1875367" cy="162136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20F806-3B5E-4D8A-8A34-1833BC5DDE0C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7501468" y="2332567"/>
            <a:ext cx="1877482" cy="161289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355008E-DF1F-4813-B709-874385A824F2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 flipH="1">
            <a:off x="9376834" y="2332567"/>
            <a:ext cx="2116" cy="161289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4DF3FAC-4C0F-421B-9A3D-75F7F425B6F1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>
            <a:off x="9378950" y="2332567"/>
            <a:ext cx="1873250" cy="161289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F4AD6752-9484-4A5C-AFD1-0E685A73F660}"/>
              </a:ext>
            </a:extLst>
          </p:cNvPr>
          <p:cNvCxnSpPr>
            <a:stCxn id="4" idx="0"/>
            <a:endCxn id="6" idx="0"/>
          </p:cNvCxnSpPr>
          <p:nvPr/>
        </p:nvCxnSpPr>
        <p:spPr>
          <a:xfrm rot="5400000" flipH="1" flipV="1">
            <a:off x="6122458" y="-2219325"/>
            <a:ext cx="12700" cy="6512984"/>
          </a:xfrm>
          <a:prstGeom prst="curvedConnector3">
            <a:avLst>
              <a:gd name="adj1" fmla="val 48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458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3</cp:revision>
  <dcterms:created xsi:type="dcterms:W3CDTF">2025-09-05T10:20:05Z</dcterms:created>
  <dcterms:modified xsi:type="dcterms:W3CDTF">2025-09-05T10:28:16Z</dcterms:modified>
</cp:coreProperties>
</file>